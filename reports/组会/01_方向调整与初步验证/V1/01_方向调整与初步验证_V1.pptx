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1 页</a:t>
            </a:r>
          </a:p>
          <a:p>
            <a:r>
              <a:t>本次工作：方向调整与初步验证</a:t>
            </a:r>
          </a:p>
          <a:p/>
          <a:p>
            <a:r>
              <a:t>把论文从“通用模型估计集合能力”调整为“通用模型＋字段级 MCI 风险产物”。</a:t>
            </a:r>
          </a:p>
          <a:p>
            <a:r>
              <a:t>完成 Shapley 对照、风险定义与反例核查。</a:t>
            </a:r>
          </a:p>
          <a:p>
            <a:r>
              <a:t>在完整字段集上运行实验，并补做独立审计与成本比较。</a:t>
            </a:r>
          </a:p>
          <a:p/>
          <a:p/>
          <a:p>
            <a:r>
              <a:t>来源：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2 页</a:t>
            </a:r>
          </a:p>
          <a:p>
            <a:r>
              <a:t>论文思路的调整</a:t>
            </a:r>
          </a:p>
          <a:p/>
          <a:p>
            <a:r>
              <a:t>已有通用模型继续作为计算工具，新增字段风险、背景放大量与支撑背景三个输出。</a:t>
            </a:r>
          </a:p>
          <a:p>
            <a:r>
              <a:t>动机：集合预测能力本身，还不能直接说明一个字段在不同已知条件下的风险。</a:t>
            </a:r>
          </a:p>
          <a:p/>
          <a:p>
            <a:r>
              <a:t>这是本批主线调整：保留已经完成的通用估计器，把其输出接到字段级评价与可检查的背景证据。</a:t>
            </a:r>
          </a:p>
          <a:p/>
          <a:p>
            <a:r>
              <a:t>来源：</a:t>
            </a:r>
          </a:p>
          <a:p>
            <a:r>
              <a:t>DNN_Aggresvation98/CHANGELOG.md</a:t>
            </a:r>
          </a:p>
          <a:p>
            <a:r>
              <a:t>DNN_Aggresvation99/CHANGELOG.md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3 页</a:t>
            </a:r>
          </a:p>
          <a:p>
            <a:r>
              <a:t>完成 Shapley 与最大边际的对照</a:t>
            </a:r>
          </a:p>
          <a:p/>
          <a:p>
            <a:r>
              <a:t>同一个 14 字段博弈：负荷预测的单字段能力接近 1，但 Shapley 约为 0.22。</a:t>
            </a:r>
          </a:p>
          <a:p>
            <a:r>
              <a:t>风电字段单独能力较弱，在某些背景下有较大增量。</a:t>
            </a:r>
          </a:p>
          <a:p>
            <a:r>
              <a:t>因此选最大边际表述字段风险，Shapley 保留为平均分摊对照。</a:t>
            </a:r>
          </a:p>
          <a:p/>
          <a:p>
            <a:r>
              <a:t>图为98号原图。灰点为单字段能力，蓝色方块为Shapley，橙色菱形为M¹。最大边际和Shapley关注不同对象，不把差别解释为Shapley算法错误。</a:t>
            </a:r>
          </a:p>
          <a:p/>
          <a:p>
            <a:r>
              <a:t>来源：</a:t>
            </a:r>
          </a:p>
          <a:p>
            <a:r>
              <a:t>DNN_Aggresvation98/CHANGELOG.md</a:t>
            </a:r>
          </a:p>
          <a:p>
            <a:r>
              <a:t>DNN_Aggresvation98/figures/fig3_shapley_vs_risk_semantics.png</a:t>
            </a:r>
          </a:p>
          <a:p/>
          <a:p>
            <a:r>
              <a:t>图像处理：</a:t>
            </a:r>
          </a:p>
          <a:p>
            <a:r>
              <a:t>DNN_Aggresvation98/figures/fig3_shapley_vs_risk_semantics.png；原始图片直接嵌入，无重绘。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4 页</a:t>
            </a:r>
          </a:p>
          <a:p>
            <a:r>
              <a:t>增加副本实验，检查分数稀释</a:t>
            </a:r>
          </a:p>
          <a:p/>
          <a:p>
            <a:r>
              <a:t>增加相同字段的副本后，负荷预测的 Shapley 从 0.223 降至 0.114，而 M¹ 仍约为 0.991。</a:t>
            </a:r>
          </a:p>
          <a:p>
            <a:r>
              <a:t>这支持采用最大边际语义；复制不变等性质归属已有 MCI 文献，不重新作为本文原创。</a:t>
            </a:r>
          </a:p>
          <a:p/>
          <a:p/>
          <a:p>
            <a:r>
              <a:t>来源：</a:t>
            </a:r>
          </a:p>
          <a:p>
            <a:r>
              <a:t>DNN_Aggresvation99/CHANGELOG.md</a:t>
            </a:r>
          </a:p>
          <a:p>
            <a:r>
              <a:t>DNN_Aggresvation99/figures/fig3_copy_dilution.png</a:t>
            </a:r>
          </a:p>
          <a:p/>
          <a:p>
            <a:r>
              <a:t>图像处理：</a:t>
            </a:r>
          </a:p>
          <a:p>
            <a:r>
              <a:t>DNN_Aggresvation99/figures/fig3_copy_dilution.png；原始图片直接嵌入，无重绘。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5 页</a:t>
            </a:r>
          </a:p>
          <a:p>
            <a:r>
              <a:t>明确最终要计算的字段风险</a:t>
            </a:r>
          </a:p>
          <a:p/>
          <a:p>
            <a:r>
              <a:t>B 为已经公开的基底，T 为额外背景，i 为被评价字段；T 与 B、i 不相交，|T|≤K。</a:t>
            </a:r>
          </a:p>
          <a:p>
            <a:r>
              <a:t>V 为既定参考模型下经单调处理的经验能力；M 给出最强背景增量，Γ 表示相对单字段的放大。</a:t>
            </a:r>
          </a:p>
          <a:p>
            <a:r>
              <a:t>每个风险值同时保存对应背景，作为解释和后续验证的输入。</a:t>
            </a:r>
          </a:p>
          <a:p/>
          <a:p/>
          <a:p>
            <a:r>
              <a:t>来源：</a:t>
            </a:r>
          </a:p>
          <a:p>
            <a:r>
              <a:t>DNN_Aggresvation99/CHANGELOG.md</a:t>
            </a:r>
          </a:p>
          <a:p>
            <a:r>
              <a:t>paper/20260915_MK严格定义与安全语义.md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6 页</a:t>
            </a:r>
          </a:p>
          <a:p>
            <a:r>
              <a:t>完成定义自查与表述修正</a:t>
            </a:r>
          </a:p>
          <a:p/>
          <a:p>
            <a:r>
              <a:t>发现“背景放大为零”等价于次模的说法不成立，改为较弱的“相对空背景无放大”。</a:t>
            </a:r>
          </a:p>
          <a:p>
            <a:r>
              <a:t>区分固定阈值的余量与跨所有阈值的通用余量，收窄 M 的安全解释。</a:t>
            </a:r>
          </a:p>
          <a:p>
            <a:r>
              <a:t>确认关键字段与小型最小不安全集合的关系需要单调性前提。</a:t>
            </a:r>
          </a:p>
          <a:p>
            <a:r>
              <a:t>核对 MCI 原文，明确引用已有性质，把本文贡献放在公开基底、预算和风险产物上。</a:t>
            </a:r>
          </a:p>
          <a:p/>
          <a:p>
            <a:r>
              <a:t>99号既做了数学推导，也通过反例搜索检查过强的等价表述。数值核验用于检错，不替代理论证明。</a:t>
            </a:r>
          </a:p>
          <a:p/>
          <a:p>
            <a:r>
              <a:t>来源：</a:t>
            </a:r>
          </a:p>
          <a:p>
            <a:r>
              <a:t>DNN_Aggresvation99/CHANGELOG.md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7 页</a:t>
            </a:r>
          </a:p>
          <a:p>
            <a:r>
              <a:t>复核现有通用估计器</a:t>
            </a:r>
          </a:p>
          <a:p/>
          <a:p>
            <a:r>
              <a:t>比较共享输出头、按集合求解读出、原始特征旁路和三种子特征集成。</a:t>
            </a:r>
          </a:p>
          <a:p>
            <a:r>
              <a:t>集合值 MAE 从 0.064 降至约 0.017，为后续 MCI 计算提供基础。</a:t>
            </a:r>
          </a:p>
          <a:p>
            <a:r>
              <a:t>本页是 98 号配置；后面会单独报告读出修复和最终预学习改进。</a:t>
            </a:r>
          </a:p>
          <a:p/>
          <a:p/>
          <a:p>
            <a:r>
              <a:t>来源：</a:t>
            </a:r>
          </a:p>
          <a:p>
            <a:r>
              <a:t>DNN_Aggresvation98/CHANGELOG.md</a:t>
            </a:r>
          </a:p>
          <a:p>
            <a:r>
              <a:t>DNN_Aggresvation98/figures/fig1_value_model_ladder.png</a:t>
            </a:r>
          </a:p>
          <a:p/>
          <a:p>
            <a:r>
              <a:t>图像处理：</a:t>
            </a:r>
          </a:p>
          <a:p>
            <a:r>
              <a:t>DNN_Aggresvation98/figures/fig1_value_model_ladder.png；原始图片直接嵌入，仅PPT显示裁剪 (0, 0.06, 0.4,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8 页</a:t>
            </a:r>
          </a:p>
          <a:p>
            <a:r>
              <a:t>扩展到 PJM、CAISO 的完整字段集</a:t>
            </a:r>
          </a:p>
          <a:p/>
          <a:p>
            <a:r>
              <a:t>100 号完成两个数据集各 41 个字段、12 个目标的预算扩展，风险均值随背景预算增加。</a:t>
            </a:r>
          </a:p>
          <a:p>
            <a:r>
              <a:t>本图只比较同一早期 DNN 参考口径内的 K；不能与后续三模型参考值直接拼接。</a:t>
            </a:r>
          </a:p>
          <a:p/>
          <a:p/>
          <a:p>
            <a:r>
              <a:t>来源：</a:t>
            </a:r>
          </a:p>
          <a:p>
            <a:r>
              <a:t>DNN_Aggresvation100/CHANGELOG.md</a:t>
            </a:r>
          </a:p>
          <a:p>
            <a:r>
              <a:t>DNN_Aggresvation100/figures/fig1_escalation_saturation.png</a:t>
            </a:r>
          </a:p>
          <a:p/>
          <a:p>
            <a:r>
              <a:t>图像处理：</a:t>
            </a:r>
          </a:p>
          <a:p>
            <a:r>
              <a:t>DNN_Aggresvation100/figures/fig1_escalation_saturation.png；原始图片直接嵌入，无重绘。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9 页</a:t>
            </a:r>
          </a:p>
          <a:p>
            <a:r>
              <a:t>补做发现／审计分离的独立验证</a:t>
            </a:r>
          </a:p>
          <a:p/>
          <a:p>
            <a:r>
              <a:t>先在发现数据上选定背景，再到不相交的审计数据上重新训练和评价；PJM 的最大值回落约 0.051。</a:t>
            </a:r>
          </a:p>
          <a:p>
            <a:r>
              <a:t>K=2、τ=0.7：跨越背景复现率约 80%／90%，关键字段召回约 87%／93%（PJM／CAISO）。</a:t>
            </a:r>
          </a:p>
          <a:p/>
          <a:p>
            <a:r>
              <a:t>原图误差条为六次结果的95% t区间（三次随机对半、两个方向）。随机逐时拆分可能仍存在时间相关性，不能等同于时间块外推。独立审计与后续同表查证是不同验证。</a:t>
            </a:r>
          </a:p>
          <a:p/>
          <a:p>
            <a:r>
              <a:t>来源：</a:t>
            </a:r>
          </a:p>
          <a:p>
            <a:r>
              <a:t>DNN_Aggresvation101/CHANGELOG.md</a:t>
            </a:r>
          </a:p>
          <a:p>
            <a:r>
              <a:t>DNN_Aggresvation101/figures/fig1_independent_certification.png</a:t>
            </a:r>
          </a:p>
          <a:p/>
          <a:p>
            <a:r>
              <a:t>图像处理：</a:t>
            </a:r>
          </a:p>
          <a:p>
            <a:r>
              <a:t>DNN_Aggresvation101/figures/fig1_independent_certification.png；原始图片直接嵌入，仅PPT显示裁剪 (0, 0.055, 0.51, 0.52)，可恢复。</a:t>
            </a:r>
          </a:p>
          <a:p>
            <a:r>
              <a:t>DNN_Aggresvation101/figures/fig1_independent_certification.png；原始图片直接嵌入，仅PPT显示裁剪 (0, 0.52, 0.51,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10 页</a:t>
            </a:r>
          </a:p>
          <a:p>
            <a:r>
              <a:t>增加并行重训对照，明确效率收益</a:t>
            </a:r>
          </a:p>
          <a:p/>
          <a:p>
            <a:r>
              <a:t>PJM 完整 K=2 表：串行重训约 70 小时，GPU 并行约 11 分钟，L0 约 0.9 分钟，集成约 6.7 分钟。</a:t>
            </a:r>
          </a:p>
          <a:p>
            <a:r>
              <a:t>因此按参照实现和查询规模说明加速价值，保留直接重训在较小工作量下可行的结果。</a:t>
            </a:r>
          </a:p>
          <a:p/>
          <a:p/>
          <a:p>
            <a:r>
              <a:t>来源：</a:t>
            </a:r>
          </a:p>
          <a:p>
            <a:r>
              <a:t>DNN_Aggresvation100/CHANGELOG.md</a:t>
            </a:r>
          </a:p>
          <a:p>
            <a:r>
              <a:t>DNN_Aggresvation100/figures/fig7_efficiency.png</a:t>
            </a:r>
          </a:p>
          <a:p/>
          <a:p>
            <a:r>
              <a:t>图像处理：</a:t>
            </a:r>
          </a:p>
          <a:p>
            <a:r>
              <a:t>DNN_Aggresvation100/figures/fig7_efficiency.png；原始图片直接嵌入，无重绘。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次组会 · 第 11 页</a:t>
            </a:r>
          </a:p>
          <a:p>
            <a:r>
              <a:t>本次完成的工作</a:t>
            </a:r>
          </a:p>
          <a:p/>
          <a:p>
            <a:r>
              <a:t>方向已确定：通用模型估计集合能力，MCI 形成字段风险和支撑背景。</a:t>
            </a:r>
          </a:p>
          <a:p>
            <a:r>
              <a:t>98—99：完成方案对照、定义、性质与反例核查。</a:t>
            </a:r>
          </a:p>
          <a:p>
            <a:r>
              <a:t>100—101：完成完整字段集、独立审计和效率验证。</a:t>
            </a:r>
          </a:p>
          <a:p>
            <a:r>
              <a:t>结果已经支持第一版研究主线，同时明确经验参考族、背景预算和最大值选择偏差。</a:t>
            </a:r>
          </a:p>
          <a:p/>
          <a:p/>
          <a:p>
            <a:r>
              <a:t>来源：</a:t>
            </a:r>
          </a:p>
          <a:p>
            <a:r>
              <a:t>DNN_Aggresvation98/CHANGELOG.md</a:t>
            </a:r>
          </a:p>
          <a:p>
            <a:r>
              <a:t>DNN_Aggresvation99/CHANGELOG.md</a:t>
            </a:r>
          </a:p>
          <a:p>
            <a:r>
              <a:t>DNN_Aggresvation100/CHANGELOG.md</a:t>
            </a:r>
          </a:p>
          <a:p>
            <a:r>
              <a:t>DNN_Aggresvation101/CHANGELOG.md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本次工作：方向调整与初步验证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对应 98—101 号文件夹</a:t>
            </a:r>
          </a:p>
        </p:txBody>
      </p:sp>
      <p:sp>
        <p:nvSpPr>
          <p:cNvPr id="4" name="说明文字"/>
          <p:cNvSpPr txBox="1"/>
          <p:nvPr/>
        </p:nvSpPr>
        <p:spPr>
          <a:xfrm>
            <a:off x="777240" y="2240280"/>
            <a:ext cx="10652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把论文从“通用模型估计集合能力”调整为“通用模型＋字段级 MCI 风险产物”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完成 Shapley 对照、风险定义与反例核查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在完整字段集上运行实验，并补做独立审计与成本比较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对应：对应 98—101 号文件夹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论文思路的调整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737360"/>
            <a:ext cx="2971800" cy="1143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已有工作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通用模型估计 V(S)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737360"/>
            <a:ext cx="2971800" cy="1143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新增计算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背景边际 → M、Γ</a:t>
            </a:r>
          </a:p>
        </p:txBody>
      </p:sp>
      <p:sp>
        <p:nvSpPr>
          <p:cNvPr id="5" name="Rectangle 4"/>
          <p:cNvSpPr/>
          <p:nvPr/>
        </p:nvSpPr>
        <p:spPr>
          <a:xfrm>
            <a:off x="8366760" y="1737360"/>
            <a:ext cx="2971800" cy="1143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论文产物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字段风险＋支撑背景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2304288"/>
            <a:ext cx="685800" cy="0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43800" y="2304288"/>
            <a:ext cx="685800" cy="0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34290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从“给定集合能推断多少”推进到“每个字段在什么背景下带来多少新增风险”。</a:t>
            </a:r>
          </a:p>
        </p:txBody>
      </p:sp>
      <p:sp>
        <p:nvSpPr>
          <p:cNvPr id="9" name="说明文字"/>
          <p:cNvSpPr txBox="1"/>
          <p:nvPr/>
        </p:nvSpPr>
        <p:spPr>
          <a:xfrm>
            <a:off x="594360" y="523036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已有通用模型继续作为计算工具，新增字段风险、背景放大量与支撑背景三个输出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动机：集合预测能力本身，还不能直接说明一个字段在不同已知条件下的风险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对应：98、99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 Shapley 与最大边际的对照</a:t>
            </a:r>
          </a:p>
        </p:txBody>
      </p:sp>
      <p:pic>
        <p:nvPicPr>
          <p:cNvPr id="3" name="DNN_Aggresvation98/figures/fig3_shapley_vs_risk_semantics.png [原图]" descr="DNN_Aggresvation98/figures/fig3_shapley_vs_risk_semantic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787036"/>
            <a:ext cx="6675120" cy="3933151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同一个 14 字段博弈：负荷预测的单字段能力接近 1，但 Shapley 约为 0.22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风电字段单独能力较弱，在某些背景下有较大增量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因此选最大边际表述字段风险，Shapley 保留为平均分摊对照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对应：98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增加副本实验，检查分数稀释</a:t>
            </a:r>
          </a:p>
        </p:txBody>
      </p:sp>
      <p:pic>
        <p:nvPicPr>
          <p:cNvPr id="3" name="DNN_Aggresvation99/figures/fig3_copy_dilution.png [原图]" descr="DNN_Aggresvation99/figures/fig3_copy_di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8694" y="1069848"/>
            <a:ext cx="10322418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增加相同字段的副本后，负荷预测的 Shapley 从 0.223 降至 0.114，而 M¹ 仍约为 0.991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这支持采用最大边际语义；复制不变等性质归属已有 MCI 文献，不重新作为本文原创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对应：99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明确最终要计算的字段风险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44168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000000"/>
                </a:solidFill>
                <a:latin typeface="微软雅黑"/>
                <a:ea typeface="微软雅黑"/>
              </a:rPr>
              <a:t>Δᵢ(T | B) = V(B ∪ T ∪ {i}) − V(B ∪ 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000000"/>
                </a:solidFill>
                <a:latin typeface="微软雅黑"/>
                <a:ea typeface="微软雅黑"/>
              </a:rPr>
              <a:t>Mᵢ⁽ᴷ⁾(B) = max Δᵢ(T | B)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000000"/>
                </a:solidFill>
                <a:latin typeface="微软雅黑"/>
                <a:ea typeface="微软雅黑"/>
              </a:rPr>
              <a:t>Γᵢ⁽ᴷ⁾(B) = Mᵢ⁽ᴷ⁾(B) − Mᵢ⁽⁰⁾(B)</a:t>
            </a:r>
          </a:p>
        </p:txBody>
      </p:sp>
      <p:sp>
        <p:nvSpPr>
          <p:cNvPr id="4" name="说明文字"/>
          <p:cNvSpPr txBox="1"/>
          <p:nvPr/>
        </p:nvSpPr>
        <p:spPr>
          <a:xfrm>
            <a:off x="685800" y="3886200"/>
            <a:ext cx="1088136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B 为已经公开的基底，T 为额外背景，i 为被评价字段；T 与 B、i 不相交，|T|≤K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V 为既定参考模型下经单调处理的经验能力；M 给出最强背景增量，Γ 表示相对单字段的放大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每个风险值同时保存对应背景，作为解释和后续验证的输入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对应：99、paper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完成定义自查与表述修正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发现“背景放大为零”等价于次模的说法不成立，改为较弱的“相对空背景无放大”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区分固定阈值的余量与跨所有阈值的通用余量，收窄 M 的安全解释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确认关键字段与小型最小不安全集合的关系需要单调性前提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核对 MCI 原文，明确引用已有性质，把本文贡献放在公开基底、预算和风险产物上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复核现有通用估计器</a:t>
            </a:r>
          </a:p>
        </p:txBody>
      </p:sp>
      <p:pic>
        <p:nvPicPr>
          <p:cNvPr id="3" name="DNN_Aggresvation98/figures/fig1_value_model_ladder.png [原图子图裁剪]" descr="原图左侧集合值误差子图"/>
          <p:cNvPicPr>
            <a:picLocks noChangeAspect="1"/>
          </p:cNvPicPr>
          <p:nvPr/>
        </p:nvPicPr>
        <p:blipFill>
          <a:blip r:embed="rId2"/>
          <a:srcRect t="6000" r="60000"/>
          <a:stretch>
            <a:fillRect/>
          </a:stretch>
        </p:blipFill>
        <p:spPr>
          <a:xfrm>
            <a:off x="714654" y="1170432"/>
            <a:ext cx="6251651" cy="5166360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比较共享输出头、按集合求解读出、原始特征旁路和三种子特征集成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集合值 MAE 从 0.064 降至约 0.017，为后续 MCI 计算提供基础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本页是 98 号配置；后面会单独报告读出修复和最终预学习改进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对应：98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扩展到 PJM、CAISO 的完整字段集</a:t>
            </a:r>
          </a:p>
        </p:txBody>
      </p:sp>
      <p:pic>
        <p:nvPicPr>
          <p:cNvPr id="3" name="DNN_Aggresvation100/figures/fig1_escalation_saturation.png [原图]" descr="DNN_Aggresvation100/figures/fig1_escalation_satura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8845" y="1069848"/>
            <a:ext cx="10002117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100 号完成两个数据集各 41 个字段、12 个目标的预算扩展，风险均值随背景预算增加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本图只比较同一早期 DNN 参考口径内的 K；不能与后续三模型参考值直接拼接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对应：100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补做发现／审计分离的独立验证</a:t>
            </a:r>
          </a:p>
        </p:txBody>
      </p:sp>
      <p:pic>
        <p:nvPicPr>
          <p:cNvPr id="3" name="DNN_Aggresvation101/figures/fig1_independent_certification.png [原图子图裁剪]" descr="独立审计原图A：最大值选择偏差"/>
          <p:cNvPicPr>
            <a:picLocks noChangeAspect="1"/>
          </p:cNvPicPr>
          <p:nvPr/>
        </p:nvPicPr>
        <p:blipFill>
          <a:blip r:embed="rId2"/>
          <a:srcRect t="5500" r="49000" b="48000"/>
          <a:stretch>
            <a:fillRect/>
          </a:stretch>
        </p:blipFill>
        <p:spPr>
          <a:xfrm>
            <a:off x="502920" y="1426162"/>
            <a:ext cx="5472684" cy="3201003"/>
          </a:xfrm>
          <a:prstGeom prst="rect">
            <a:avLst/>
          </a:prstGeom>
        </p:spPr>
      </p:pic>
      <p:pic>
        <p:nvPicPr>
          <p:cNvPr id="4" name="DNN_Aggresvation101/figures/fig1_independent_certification.png [原图子图裁剪]" descr="独立审计原图C：阈值结论复现"/>
          <p:cNvPicPr>
            <a:picLocks noChangeAspect="1"/>
          </p:cNvPicPr>
          <p:nvPr/>
        </p:nvPicPr>
        <p:blipFill>
          <a:blip r:embed="rId2"/>
          <a:srcRect t="52000" r="49000"/>
          <a:stretch>
            <a:fillRect/>
          </a:stretch>
        </p:blipFill>
        <p:spPr>
          <a:xfrm>
            <a:off x="6204204" y="1374532"/>
            <a:ext cx="5472684" cy="3304262"/>
          </a:xfrm>
          <a:prstGeom prst="rect">
            <a:avLst/>
          </a:prstGeom>
        </p:spPr>
      </p:pic>
      <p:sp>
        <p:nvSpPr>
          <p:cNvPr id="5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先在发现数据上选定背景，再到不相交的审计数据上重新训练和评价；PJM 的最大值回落约 0.051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K=2、τ=0.7：跨越背景复现率约 80%／90%，关键字段召回约 87%／93%（PJM／CAISO）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对应：101　｜　实验原图（含子图裁剪）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增加并行重训对照，明确效率收益</a:t>
            </a:r>
          </a:p>
        </p:txBody>
      </p:sp>
      <p:pic>
        <p:nvPicPr>
          <p:cNvPr id="3" name="DNN_Aggresvation100/figures/fig7_efficiency.png [原图]" descr="DNN_Aggresvation100/figures/fig7_efficienc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37371" y="1069848"/>
            <a:ext cx="9905065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PJM 完整 K=2 表：串行重训约 70 小时，GPU 并行约 11 分钟，L0 约 0.9 分钟，集成约 6.7 分钟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因此按参照实现和查询规模说明加速价值，保留直接重训在较小工作量下可行的结果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对应：100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本次完成的工作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方向已确定：通用模型估计集合能力，MCI 形成字段风险和支撑背景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98—99：完成方案对照、定义、性质与反例核查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100—101：完成完整字段集、独立审计和效率验证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结果已经支持第一版研究主线，同时明确经验参考族、背景预算和最大值选择偏差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对应：98、99、100、101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方向调整与初步验证</dc:title>
  <dc:subject>组会进展汇报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