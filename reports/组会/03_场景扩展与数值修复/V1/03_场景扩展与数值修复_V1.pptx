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1 页</a:t>
            </a:r>
          </a:p>
          <a:p>
            <a:r>
              <a:t>本次工作：场景扩展与数值修复</a:t>
            </a:r>
          </a:p>
          <a:p/>
          <a:p>
            <a:r>
              <a:t>增加受控电力算例和真实历史数据场景，明确候选字段与受保护目标。</a:t>
            </a:r>
          </a:p>
          <a:p>
            <a:r>
              <a:t>校正 PJM／CAISO 的披露角色和遗漏候选，重新计算参考表。</a:t>
            </a:r>
          </a:p>
          <a:p>
            <a:r>
              <a:t>定位读出数值异常、完成修复，并更新基线和应用评价。</a:t>
            </a:r>
          </a:p>
          <a:p/>
          <a:p/>
          <a:p>
            <a:r>
              <a:t>来源：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2 页</a:t>
            </a:r>
          </a:p>
          <a:p>
            <a:r>
              <a:t>完成新增场景与数据整理</a:t>
            </a:r>
          </a:p>
          <a:p/>
          <a:p>
            <a:r>
              <a:t>110 是流程预试验；111、112 是新增主场景；PJM／CAISO 的最终候选口径采用 116 号。</a:t>
            </a:r>
          </a:p>
          <a:p>
            <a:r>
              <a:t>RTS 为受控调度数据，其余采用真实历史记录；披露分类用于组织研究场景。</a:t>
            </a:r>
          </a:p>
          <a:p/>
          <a:p/>
          <a:p>
            <a:r>
              <a:t>来源：</a:t>
            </a:r>
          </a:p>
          <a:p>
            <a:r>
              <a:t>DNN_Aggresvation110/CHANGELOG.md</a:t>
            </a:r>
          </a:p>
          <a:p>
            <a:r>
              <a:t>DNN_Aggresvation111/CHANGELOG.md</a:t>
            </a:r>
          </a:p>
          <a:p>
            <a:r>
              <a:t>DNN_Aggresvation112/CHANGELOG.md</a:t>
            </a:r>
          </a:p>
          <a:p>
            <a:r>
              <a:t>DNN_Aggresvation113/CHANGELOG.md</a:t>
            </a:r>
          </a:p>
          <a:p>
            <a:r>
              <a:t>DNN_Aggresvation114/CHANGELOG.md</a:t>
            </a:r>
          </a:p>
          <a:p>
            <a:r>
              <a:t>DNN_Aggresvation116/CHANGELOG.md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3 页</a:t>
            </a:r>
          </a:p>
          <a:p>
            <a:r>
              <a:t>完成 IEEE 30 节点预试验</a:t>
            </a:r>
          </a:p>
          <a:p/>
          <a:p>
            <a:r>
              <a:t>对两个机组出力目标计算字段画像；部分运行量单独作用弱，但在背景中增益明显。</a:t>
            </a:r>
          </a:p>
          <a:p>
            <a:r>
              <a:t>小型算例跑通了数据生成、集合预测、背景增量与字段结果；本页是单树模型的预试验口径。</a:t>
            </a:r>
          </a:p>
          <a:p/>
          <a:p/>
          <a:p>
            <a:r>
              <a:t>来源：</a:t>
            </a:r>
          </a:p>
          <a:p>
            <a:r>
              <a:t>DNN_Aggresvation110/CHANGELOG.md</a:t>
            </a:r>
          </a:p>
          <a:p>
            <a:r>
              <a:t>DNN_Aggresvation110/figures/fig2_field_profile.png</a:t>
            </a:r>
          </a:p>
          <a:p/>
          <a:p>
            <a:r>
              <a:t>图像处理：</a:t>
            </a:r>
          </a:p>
          <a:p>
            <a:r>
              <a:t>DNN_Aggresvation110/figures/fig2_field_profile.png；原始图片直接嵌入，无重绘。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4 页</a:t>
            </a:r>
          </a:p>
          <a:p>
            <a:r>
              <a:t>新增 RTS-GMLC 场景的组合风险验证</a:t>
            </a:r>
          </a:p>
          <a:p/>
          <a:p>
            <a:r>
              <a:t>23 个字段、两个机组出力和线路 C35 三个目标，完成规模≤4 的参考表。</a:t>
            </a:r>
          </a:p>
          <a:p>
            <a:r>
              <a:t>原图为线路 C35：对角线是单字段能力，其余格子为加入一个背景后的边际增益。</a:t>
            </a:r>
          </a:p>
          <a:p>
            <a:r>
              <a:t>τ=0.7：线路目标没有单字段越阈，但 K=2 时存在 21 个关键字段。</a:t>
            </a:r>
          </a:p>
          <a:p/>
          <a:p/>
          <a:p>
            <a:r>
              <a:t>来源：</a:t>
            </a:r>
          </a:p>
          <a:p>
            <a:r>
              <a:t>DNN_Aggresvation111/CHANGELOG.md</a:t>
            </a:r>
          </a:p>
          <a:p>
            <a:r>
              <a:t>DNN_Aggresvation111/figures/fig2_gain_matrix.png</a:t>
            </a:r>
          </a:p>
          <a:p/>
          <a:p>
            <a:r>
              <a:t>图像处理：</a:t>
            </a:r>
          </a:p>
          <a:p>
            <a:r>
              <a:t>DNN_Aggresvation111/figures/fig2_gain_matrix.png；原始图片直接嵌入，无重绘。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5 页</a:t>
            </a:r>
          </a:p>
          <a:p>
            <a:r>
              <a:t>在 NEM 历史数据上完成相同验证</a:t>
            </a:r>
          </a:p>
          <a:p/>
          <a:p>
            <a:r>
              <a:t>30 个公开运行字段，燃煤、水电、燃气三个机组出力目标。</a:t>
            </a:r>
          </a:p>
          <a:p>
            <a:r>
              <a:t>原图展示 PPCCGT 目标：相同字段在不同背景下有不同的边际作用。</a:t>
            </a:r>
          </a:p>
          <a:p>
            <a:r>
              <a:t>τ=0.5：燃煤和水电没有单字段越阈，K=2 时分别有 30 和 22 个关键字段。</a:t>
            </a:r>
          </a:p>
          <a:p/>
          <a:p/>
          <a:p>
            <a:r>
              <a:t>来源：</a:t>
            </a:r>
          </a:p>
          <a:p>
            <a:r>
              <a:t>DNN_Aggresvation112/CHANGELOG.md</a:t>
            </a:r>
          </a:p>
          <a:p>
            <a:r>
              <a:t>DNN_Aggresvation112/figures/fig2_gain_matrix.png</a:t>
            </a:r>
          </a:p>
          <a:p/>
          <a:p>
            <a:r>
              <a:t>图像处理：</a:t>
            </a:r>
          </a:p>
          <a:p>
            <a:r>
              <a:t>DNN_Aggresvation112/figures/fig2_gain_matrix.png；原始图片直接嵌入，无重绘。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6 页</a:t>
            </a:r>
          </a:p>
          <a:p>
            <a:r>
              <a:t>重新整理候选字段的披露角色</a:t>
            </a:r>
          </a:p>
          <a:p/>
          <a:p>
            <a:r>
              <a:t>113 号先按披露时点区分可见量与延后披露目标；仅这样处理仍保留直接目标代理。</a:t>
            </a:r>
          </a:p>
          <a:p>
            <a:r>
              <a:t>114 号对 PJM 负荷进一步排除直接预测代理，最强单字段能力由约 0.991 降至 0.451。</a:t>
            </a:r>
          </a:p>
          <a:p>
            <a:r>
              <a:t>随后继续检查遗漏候选；阶段对照保留，正式结果由 116 号替换。</a:t>
            </a:r>
          </a:p>
          <a:p/>
          <a:p/>
          <a:p>
            <a:r>
              <a:t>来源：</a:t>
            </a:r>
          </a:p>
          <a:p>
            <a:r>
              <a:t>DNN_Aggresvation113/CHANGELOG.md</a:t>
            </a:r>
          </a:p>
          <a:p>
            <a:r>
              <a:t>DNN_Aggresvation114/CHANGELOG.md</a:t>
            </a:r>
          </a:p>
          <a:p>
            <a:r>
              <a:t>DNN_Aggresvation116/CHANGELOG.md</a:t>
            </a:r>
          </a:p>
          <a:p>
            <a:r>
              <a:t>DNN_Aggresvation114/figures/fig1_vs_113.png</a:t>
            </a:r>
          </a:p>
          <a:p/>
          <a:p>
            <a:r>
              <a:t>图像处理：</a:t>
            </a:r>
          </a:p>
          <a:p>
            <a:r>
              <a:t>DNN_Aggresvation114/figures/fig1_vs_113.png；原始图片直接嵌入，仅PPT显示裁剪 (0, 0.12, 0.33,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7 页</a:t>
            </a:r>
          </a:p>
          <a:p>
            <a:r>
              <a:t>补齐遗漏候选并重算全部组合</a:t>
            </a:r>
          </a:p>
          <a:p/>
          <a:p>
            <a:r>
              <a:t>116 号补入 PJM 7 列、CAISO 11 列应公开字段，重新运行参考表与风险评价。</a:t>
            </a:r>
          </a:p>
          <a:p>
            <a:r>
              <a:t>PJM 负荷的最小不安全组合由 63 增至 237；CAISO 由 152 增至 542。</a:t>
            </a:r>
          </a:p>
          <a:p>
            <a:r>
              <a:t>图中灰色是补全前，蓝色是补全后；阈值为 0.5，集合规模≤3。</a:t>
            </a:r>
          </a:p>
          <a:p/>
          <a:p/>
          <a:p>
            <a:r>
              <a:t>来源：</a:t>
            </a:r>
          </a:p>
          <a:p>
            <a:r>
              <a:t>DNN_Aggresvation116/CHANGELOG.md</a:t>
            </a:r>
          </a:p>
          <a:p>
            <a:r>
              <a:t>DNN_Aggresvation116/figures/fig1_vs_114.png</a:t>
            </a:r>
          </a:p>
          <a:p/>
          <a:p>
            <a:r>
              <a:t>图像处理：</a:t>
            </a:r>
          </a:p>
          <a:p>
            <a:r>
              <a:t>DNN_Aggresvation116/figures/fig1_vs_114.png；原始图片直接嵌入，仅PPT显示裁剪 (0.662, 0.125, 1, 1)，可恢复。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8 页</a:t>
            </a:r>
          </a:p>
          <a:p>
            <a:r>
              <a:t>定位读出数值异常并完成修复</a:t>
            </a:r>
          </a:p>
          <a:p/>
          <a:p>
            <a:r>
              <a:t>排查发现：部分集合下特征在训练集上近乎常量，极小标准差会把测试变化过度放大。</a:t>
            </a:r>
          </a:p>
          <a:p>
            <a:r>
              <a:t>异常预测压低背景 V(T)，随后差分并取最大，导致少数字段的 M 被高估。</a:t>
            </a:r>
          </a:p>
          <a:p>
            <a:r>
              <a:t>115 号加入标准差下限 10⁻³、训练范围特征截断、训练内五折选择 λ。</a:t>
            </a:r>
          </a:p>
          <a:p>
            <a:r>
              <a:t>同时比较种子集成方式，最终采用三种子预测平均 E；额外交叉拟合没有带来收益。</a:t>
            </a:r>
          </a:p>
          <a:p/>
          <a:p/>
          <a:p>
            <a:r>
              <a:t>来源：</a:t>
            </a:r>
          </a:p>
          <a:p>
            <a:r>
              <a:t>DNN_Aggresvation115/CHANGELOG.md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9 页</a:t>
            </a:r>
          </a:p>
          <a:p>
            <a:r>
              <a:t>对数值修复配置做完整比较</a:t>
            </a:r>
          </a:p>
          <a:p/>
          <a:p>
            <a:r>
              <a:t>在当时 11 个目标上，原配置 M² MAE 为 0.0515，采用 E 后约为 0.020。</a:t>
            </a:r>
          </a:p>
          <a:p>
            <a:r>
              <a:t>前三背景恢复比约由 0.896 升至 0.969。选型同时考虑风险误差和支撑背景；G 仅有 4 目标，不直接横比。</a:t>
            </a:r>
          </a:p>
          <a:p/>
          <a:p>
            <a:r>
              <a:t>图中A为原三种子拼接，C为拼接加数值修正，D为单种子修正与五折，E为预测平均，F为再加交叉拟合。C的平均M误差略小，但E认证恢复更好，故采用E。</a:t>
            </a:r>
          </a:p>
          <a:p/>
          <a:p>
            <a:r>
              <a:t>来源：</a:t>
            </a:r>
          </a:p>
          <a:p>
            <a:r>
              <a:t>DNN_Aggresvation115/CHANGELOG.md</a:t>
            </a:r>
          </a:p>
          <a:p>
            <a:r>
              <a:t>DNN_Aggresvation115/figures/fig2_variant_summary.png</a:t>
            </a:r>
          </a:p>
          <a:p/>
          <a:p>
            <a:r>
              <a:t>图像处理：</a:t>
            </a:r>
          </a:p>
          <a:p>
            <a:r>
              <a:t>DNN_Aggresvation115/figures/fig2_variant_summary.png；原始图片直接嵌入，无重绘。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10 页</a:t>
            </a:r>
          </a:p>
          <a:p>
            <a:r>
              <a:t>补做全列主干与未见目标的复用检查</a:t>
            </a:r>
          </a:p>
          <a:p/>
          <a:p>
            <a:r>
              <a:t>保持读出方式相同，仅更换主干来源；全列重建降低 V 和 M 误差，并改善背景恢复。</a:t>
            </a:r>
          </a:p>
          <a:p>
            <a:r>
              <a:t>预学习时未见过目标的配置仍有 M 尾部高估，因此保留扫描后的验证；本页仅为四目标阶段检查。</a:t>
            </a:r>
          </a:p>
          <a:p/>
          <a:p/>
          <a:p>
            <a:r>
              <a:t>来源：</a:t>
            </a:r>
          </a:p>
          <a:p>
            <a:r>
              <a:t>DNN_Aggresvation116/CHANGELOG.md</a:t>
            </a:r>
          </a:p>
          <a:p>
            <a:r>
              <a:t>DNN_Aggresvation116/figures/fig2_backbones.png</a:t>
            </a:r>
          </a:p>
          <a:p/>
          <a:p>
            <a:r>
              <a:t>图像处理：</a:t>
            </a:r>
          </a:p>
          <a:p>
            <a:r>
              <a:t>DNN_Aggresvation116/figures/fig2_backbones.png；原始图片直接嵌入，无重绘。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11 页</a:t>
            </a:r>
          </a:p>
          <a:p>
            <a:r>
              <a:t>修复后完成决策与处置评价</a:t>
            </a:r>
          </a:p>
          <a:p/>
          <a:p>
            <a:r>
              <a:t>117 号用修复后的 E 完成评分和应用对比；无余量扫描—认证召回约 88%／75%，单字段规则约 13%／17%。</a:t>
            </a:r>
          </a:p>
          <a:p>
            <a:r>
              <a:t>同时比较扣留策略的残余危险组合，报告效果与代价；这是旧 E 的阶段结果，最终更新在 125 号。</a:t>
            </a:r>
          </a:p>
          <a:p/>
          <a:p>
            <a:r>
              <a:t>两个阈值分别为0.5和0.7。认证精确率为固定参考口径内的实验结果。右图是策略仅使用估计值选字段后的参考评价，不能把“打破大部分”说成全部组合都安全。</a:t>
            </a:r>
          </a:p>
          <a:p/>
          <a:p>
            <a:r>
              <a:t>来源：</a:t>
            </a:r>
          </a:p>
          <a:p>
            <a:r>
              <a:t>DNN_Aggresvation117/CHANGELOG.md</a:t>
            </a:r>
          </a:p>
          <a:p>
            <a:r>
              <a:t>DNN_Aggresvation117/figures/fig2_decision_disposal.png</a:t>
            </a:r>
          </a:p>
          <a:p/>
          <a:p>
            <a:r>
              <a:t>图像处理：</a:t>
            </a:r>
          </a:p>
          <a:p>
            <a:r>
              <a:t>DNN_Aggresvation117/figures/fig2_decision_disposal.png；原始图片直接嵌入，无重绘。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次组会 · 第 12 页</a:t>
            </a:r>
          </a:p>
          <a:p>
            <a:r>
              <a:t>本次完成的工作</a:t>
            </a:r>
          </a:p>
          <a:p/>
          <a:p>
            <a:r>
              <a:t>110—112：新增小型电力、RTS 与 NEM 场景，组合风险得到跨场景验证。</a:t>
            </a:r>
          </a:p>
          <a:p>
            <a:r>
              <a:t>113、114、116：目标与候选角色已校正，遗漏候选已补齐，正式表重新计算。</a:t>
            </a:r>
          </a:p>
          <a:p>
            <a:r>
              <a:t>115：数值故障已定位并修复，采用 E 作为阶段配置。</a:t>
            </a:r>
          </a:p>
          <a:p>
            <a:r>
              <a:t>117：修复后的基线、决策与处置评价完成；对应 V4 阶段论文结果已更新。</a:t>
            </a:r>
          </a:p>
          <a:p/>
          <a:p/>
          <a:p>
            <a:r>
              <a:t>来源：</a:t>
            </a:r>
          </a:p>
          <a:p>
            <a:r>
              <a:t>DNN_Aggresvation115/CHANGELOG.md</a:t>
            </a:r>
          </a:p>
          <a:p>
            <a:r>
              <a:t>DNN_Aggresvation116/CHANGELOG.md</a:t>
            </a:r>
          </a:p>
          <a:p>
            <a:r>
              <a:t>DNN_Aggresvation117/CHANGELOG.md</a:t>
            </a:r>
          </a:p>
          <a:p>
            <a:r>
              <a:t>paper/claude/V4_en/README.md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本次工作：场景扩展与数值修复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对应 110—117 号文件夹</a:t>
            </a:r>
          </a:p>
        </p:txBody>
      </p:sp>
      <p:sp>
        <p:nvSpPr>
          <p:cNvPr id="4" name="说明文字"/>
          <p:cNvSpPr txBox="1"/>
          <p:nvPr/>
        </p:nvSpPr>
        <p:spPr>
          <a:xfrm>
            <a:off x="777240" y="2240280"/>
            <a:ext cx="10652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增加受控电力算例和真实历史数据场景，明确候选字段与受保护目标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校正 PJM／CAISO 的披露角色和遗漏候选，重新计算参考表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700"/>
              </a:spcAft>
            </a:pPr>
            <a:r>
              <a:rPr sz="2400" b="0">
                <a:solidFill>
                  <a:srgbClr val="000000"/>
                </a:solidFill>
                <a:latin typeface="微软雅黑"/>
                <a:ea typeface="微软雅黑"/>
              </a:rPr>
              <a:t>• 定位读出数值异常、完成修复，并更新基线和应用评价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对应：对应 110—117 号文件夹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完成新增场景与数据整理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5567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008022"/>
                <a:gridCol w="6470294"/>
              </a:tblGrid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场景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字段／目标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已完成工作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110 · IEEE 30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11／2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小型电力场景，全部 2,047 个非空子集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111 · RTS-GMLC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23／3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规模≤4 的 10,902 个集合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112 · NEM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30／3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规模≤3 的 4,525 个集合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113—116 · PJM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 或 24／合计3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披露时点、目标代理、候选补全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113—116 · CAISO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35／1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补齐候选，规模≤4 的 59,535 个集合</a:t>
                      </a:r>
                    </a:p>
                  </a:txBody>
                  <a:tcPr marL="109728" marR="91440" marT="64008" marB="45720" anchor="ctr">
                    <a:solidFill>
                      <a:srgbClr val="FFFFFF"/>
                    </a:solidFill>
                    <a:lnL w="6350">
                      <a:solidFill>
                        <a:srgbClr val="A0A0A0"/>
                      </a:solidFill>
                    </a:lnL>
                    <a:lnR w="6350">
                      <a:solidFill>
                        <a:srgbClr val="A0A0A0"/>
                      </a:solidFill>
                    </a:lnR>
                    <a:lnT w="6350">
                      <a:solidFill>
                        <a:srgbClr val="A0A0A0"/>
                      </a:solidFill>
                    </a:lnT>
                    <a:lnB w="6350">
                      <a:solidFill>
                        <a:srgbClr val="A0A0A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说明文字"/>
          <p:cNvSpPr txBox="1"/>
          <p:nvPr/>
        </p:nvSpPr>
        <p:spPr>
          <a:xfrm>
            <a:off x="594360" y="5230368"/>
            <a:ext cx="1097280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110 是流程预试验；111、112 是新增主场景；PJM／CAISO 的最终候选口径采用 116 号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RTS 为受控调度数据，其余采用真实历史记录；披露分类用于组织研究场景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对应：110、111、112、113、114、116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完成 IEEE 30 节点预试验</a:t>
            </a:r>
          </a:p>
        </p:txBody>
      </p:sp>
      <p:pic>
        <p:nvPicPr>
          <p:cNvPr id="3" name="DNN_Aggresvation110/figures/fig2_field_profile.png [原图]" descr="DNN_Aggresvation110/figures/fig2_field_profil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102" y="1069848"/>
            <a:ext cx="10549603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对两个机组出力目标计算字段画像；部分运行量单独作用弱，但在背景中增益明显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小型算例跑通了数据生成、集合预测、背景增量与字段结果；本页是单树模型的预试验口径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对应：110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新增 RTS-GMLC 场景的组合风险验证</a:t>
            </a:r>
          </a:p>
        </p:txBody>
      </p:sp>
      <p:pic>
        <p:nvPicPr>
          <p:cNvPr id="3" name="DNN_Aggresvation111/figures/fig2_gain_matrix.png [原图]" descr="DNN_Aggresvation111/figures/fig2_gain_matrix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217779"/>
            <a:ext cx="6675120" cy="5071665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23 个字段、两个机组出力和线路 C35 三个目标，完成规模≤4 的参考表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原图为线路 C35：对角线是单字段能力，其余格子为加入一个背景后的边际增益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τ=0.7：线路目标没有单字段越阈，但 K=2 时存在 21 个关键字段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对应：111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在 NEM 历史数据上完成相同验证</a:t>
            </a:r>
          </a:p>
        </p:txBody>
      </p:sp>
      <p:pic>
        <p:nvPicPr>
          <p:cNvPr id="3" name="DNN_Aggresvation112/figures/fig2_gain_matrix.png [原图]" descr="DNN_Aggresvation112/figures/fig2_gain_matrix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217779"/>
            <a:ext cx="6675120" cy="5071665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30 个公开运行字段，燃煤、水电、燃气三个机组出力目标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原图展示 PPCCGT 目标：相同字段在不同背景下有不同的边际作用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τ=0.5：燃煤和水电没有单字段越阈，K=2 时分别有 30 和 22 个关键字段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对应：112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重新整理候选字段的披露角色</a:t>
            </a:r>
          </a:p>
        </p:txBody>
      </p:sp>
      <p:pic>
        <p:nvPicPr>
          <p:cNvPr id="3" name="DNN_Aggresvation114/figures/fig1_vs_113.png [原图子图裁剪]" descr="原图A：候选角色修正前后的最强单字段"/>
          <p:cNvPicPr>
            <a:picLocks noChangeAspect="1"/>
          </p:cNvPicPr>
          <p:nvPr/>
        </p:nvPicPr>
        <p:blipFill>
          <a:blip r:embed="rId2"/>
          <a:srcRect t="12000" r="67000"/>
          <a:stretch>
            <a:fillRect/>
          </a:stretch>
        </p:blipFill>
        <p:spPr>
          <a:xfrm>
            <a:off x="592876" y="1170432"/>
            <a:ext cx="6495207" cy="516636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113 号先按披露时点区分可见量与延后披露目标；仅这样处理仍保留直接目标代理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114 号对 PJM 负荷进一步排除直接预测代理，最强单字段能力由约 0.991 降至 0.451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随后继续检查遗漏候选；阶段对照保留，正式结果由 116 号替换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对应：113、114、116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补齐遗漏候选并重算全部组合</a:t>
            </a:r>
          </a:p>
        </p:txBody>
      </p:sp>
      <p:pic>
        <p:nvPicPr>
          <p:cNvPr id="3" name="DNN_Aggresvation116/figures/fig1_vs_114.png [原图子图裁剪]" descr="原图C：最小不安全集合数量"/>
          <p:cNvPicPr>
            <a:picLocks noChangeAspect="1"/>
          </p:cNvPicPr>
          <p:nvPr/>
        </p:nvPicPr>
        <p:blipFill>
          <a:blip r:embed="rId2"/>
          <a:srcRect l="66200" t="12500"/>
          <a:stretch>
            <a:fillRect/>
          </a:stretch>
        </p:blipFill>
        <p:spPr>
          <a:xfrm>
            <a:off x="502920" y="1196501"/>
            <a:ext cx="6675120" cy="5114220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7498079" y="1417320"/>
            <a:ext cx="4142232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116 号补入 PJM 7 列、CAISO 11 列应公开字段，重新运行参考表与风险评价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PJM 负荷的最小不安全组合由 63 增至 237；CAISO 由 152 增至 542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100" b="0">
                <a:solidFill>
                  <a:srgbClr val="000000"/>
                </a:solidFill>
                <a:latin typeface="微软雅黑"/>
                <a:ea typeface="微软雅黑"/>
              </a:rPr>
              <a:t>• 图中灰色是补全前，蓝色是补全后；阈值为 0.5，集合规模≤3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对应：116　｜　实验原图（含子图裁剪）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定位读出数值异常并完成修复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排查发现：部分集合下特征在训练集上近乎常量，极小标准差会把测试变化过度放大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异常预测压低背景 V(T)，随后差分并取最大，导致少数字段的 M 被高估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115 号加入标准差下限 10⁻³、训练范围特征截断、训练内五折选择 λ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同时比较种子集成方式，最终采用三种子预测平均 E；额外交叉拟合没有带来收益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对数值修复配置做完整比较</a:t>
            </a:r>
          </a:p>
        </p:txBody>
      </p:sp>
      <p:pic>
        <p:nvPicPr>
          <p:cNvPr id="3" name="DNN_Aggresvation115/figures/fig2_variant_summary.png [原图]" descr="DNN_Aggresvation115/figures/fig2_variant_summar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4581" y="1069848"/>
            <a:ext cx="11030644" cy="3913632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在当时 11 个目标上，原配置 M² MAE 为 0.0515，采用 E 后约为 0.020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前三背景恢复比约由 0.896 升至 0.969。选型同时考虑风险误差和支撑背景；G 仅有 4 目标，不直接横比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对应：115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补做全列主干与未见目标的复用检查</a:t>
            </a:r>
          </a:p>
        </p:txBody>
      </p:sp>
      <p:pic>
        <p:nvPicPr>
          <p:cNvPr id="3" name="DNN_Aggresvation116/figures/fig2_backbones.png [原图]" descr="DNN_Aggresvation116/figures/fig2_backbon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441341"/>
            <a:ext cx="11173968" cy="3170645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保持读出方式相同，仅更换主干来源；全列重建降低 V 和 M 误差，并改善背景恢复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预学习时未见过目标的配置仍有 M 尾部高估，因此保留扫描后的验证；本页仅为四目标阶段检查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对应：116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修复后完成决策与处置评价</a:t>
            </a:r>
          </a:p>
        </p:txBody>
      </p:sp>
      <p:pic>
        <p:nvPicPr>
          <p:cNvPr id="3" name="DNN_Aggresvation117/figures/fig2_decision_disposal.png [原图]" descr="DNN_Aggresvation117/figures/fig2_decision_dispos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165947"/>
            <a:ext cx="11173968" cy="3721433"/>
          </a:xfrm>
          <a:prstGeom prst="rect">
            <a:avLst/>
          </a:prstGeom>
        </p:spPr>
      </p:pic>
      <p:sp>
        <p:nvSpPr>
          <p:cNvPr id="4" name="说明文字"/>
          <p:cNvSpPr txBox="1"/>
          <p:nvPr/>
        </p:nvSpPr>
        <p:spPr>
          <a:xfrm>
            <a:off x="594360" y="51937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117 号用修复后的 E 完成评分和应用对比；无余量扫描—认证召回约 88%／75%，单字段规则约 13%／17%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微软雅黑"/>
                <a:ea typeface="微软雅黑"/>
              </a:rPr>
              <a:t>• 同时比较扣留策略的残余危险组合，报告效果与代价；这是旧 E 的阶段结果，最终更新在 125 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对应：117　｜　实验原图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5A9C"/>
                </a:solidFill>
                <a:latin typeface="微软雅黑"/>
                <a:ea typeface="微软雅黑"/>
              </a:rPr>
              <a:t>本次完成的工作</a:t>
            </a:r>
          </a:p>
        </p:txBody>
      </p:sp>
      <p:sp>
        <p:nvSpPr>
          <p:cNvPr id="3" name="说明文字"/>
          <p:cNvSpPr txBox="1"/>
          <p:nvPr/>
        </p:nvSpPr>
        <p:spPr>
          <a:xfrm>
            <a:off x="685800" y="1280160"/>
            <a:ext cx="10881360" cy="501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110—112：新增小型电力、RTS 与 NEM 场景，组合风险得到跨场景验证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113、114、116：目标与候选角色已校正，遗漏候选已补齐，正式表重新计算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115：数值故障已定位并修复，采用 E 作为阶段配置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200"/>
              </a:spcAft>
            </a:pPr>
            <a:r>
              <a:rPr sz="2300" b="0">
                <a:solidFill>
                  <a:srgbClr val="000000"/>
                </a:solidFill>
                <a:latin typeface="微软雅黑"/>
                <a:ea typeface="微软雅黑"/>
              </a:rPr>
              <a:t>• 117：修复后的基线、决策与处置评价完成；对应 V4 阶段论文结果已更新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019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对应：115、116、117、paper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5836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场景扩展与数值修复</dc:title>
  <dc:subject>组会进展汇报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