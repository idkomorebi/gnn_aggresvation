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次组会 · 第 1 页</a:t>
            </a:r>
          </a:p>
          <a:p>
            <a:r>
              <a:t>本次工作：机理画像与稳健性验证</a:t>
            </a:r>
          </a:p>
          <a:p/>
          <a:p>
            <a:r>
              <a:t>搭建受控电力机制算例，检查背景放大是否符合运行机理。</a:t>
            </a:r>
          </a:p>
          <a:p>
            <a:r>
              <a:t>把单字段分数扩展为“自身风险、背景放大、支撑背景”的画像。</a:t>
            </a:r>
          </a:p>
          <a:p>
            <a:r>
              <a:t>完成种子、划分、阈值和背景预算的检查，明确结论适用范围。</a:t>
            </a:r>
          </a:p>
          <a:p/>
          <a:p/>
          <a:p>
            <a:r>
              <a:t>来源：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次组会 · 第 2 页</a:t>
            </a:r>
          </a:p>
          <a:p>
            <a:r>
              <a:t>搭建可解释的受控机制算例</a:t>
            </a:r>
          </a:p>
          <a:p/>
          <a:p>
            <a:r>
              <a:t>123 号：以 RTS-GMLC 机组 313_CC_1 的私有报价加成为目标；11 个候选字段，枚举 2,047 个非空集合。</a:t>
            </a:r>
          </a:p>
          <a:p>
            <a:r>
              <a:t>主实验把加成限制在 ±5%；另做 ±30% 对照。前者用于检验“价格单独不显眼、与出力结合后有信息”的情况。</a:t>
            </a:r>
          </a:p>
          <a:p>
            <a:r>
              <a:t>实验前的判断：出力识别报价段；机组处于边际状态时，本地价格进一步约束报价加成。</a:t>
            </a:r>
          </a:p>
          <a:p>
            <a:r>
              <a:t>同时比较本地、近端、远端价格，并按 C6 是否阻塞分组，检查空间关系是否随运行状态改变。</a:t>
            </a:r>
          </a:p>
          <a:p/>
          <a:p>
            <a:r>
              <a:t>这是受控仿真，不是真实机组私有报价的观测。结果相对本号攻击器与评估协议，不与其他号的绝对误差直接比较。</a:t>
            </a:r>
          </a:p>
          <a:p/>
          <a:p>
            <a:r>
              <a:t>来源：</a:t>
            </a:r>
          </a:p>
          <a:p>
            <a:r>
              <a:t>DNN_Aggresvation123/CHANGELOG.md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次组会 · 第 3 页</a:t>
            </a:r>
          </a:p>
          <a:p>
            <a:r>
              <a:t>受控算例中观察到价格与出力的组合增益</a:t>
            </a:r>
          </a:p>
          <a:p/>
          <a:p>
            <a:r>
              <a:t>机组出力单独的推断能力约 0.065；加入本地价格后约为 0.215。</a:t>
            </a:r>
          </a:p>
          <a:p>
            <a:r>
              <a:t>本地价格单独为 0，但最大背景边际达到 0.150。</a:t>
            </a:r>
          </a:p>
          <a:p>
            <a:r>
              <a:t>近端、远端价格的作用不同，组合增益与预先给出的物理判断一致。</a:t>
            </a:r>
          </a:p>
          <a:p/>
          <a:p>
            <a:r>
              <a:t>横轴是原图的 gain of Pg over background。无背景的单独值来自闭包后的 ladder；状态分组页使用未闭包的分组测试值，二者不混算。</a:t>
            </a:r>
          </a:p>
          <a:p/>
          <a:p>
            <a:r>
              <a:t>来源：</a:t>
            </a:r>
          </a:p>
          <a:p>
            <a:r>
              <a:t>DNN_Aggresvation123/CHANGELOG.md</a:t>
            </a:r>
          </a:p>
          <a:p>
            <a:r>
              <a:t>DNN_Aggresvation123/outputs/narrow/analysis/ladder.csv</a:t>
            </a:r>
          </a:p>
          <a:p>
            <a:r>
              <a:t>DNN_Aggresvation123/figures/fig1_mechanism_narrow.png</a:t>
            </a:r>
          </a:p>
          <a:p/>
          <a:p>
            <a:r>
              <a:t>图像处理：</a:t>
            </a:r>
          </a:p>
          <a:p>
            <a:r>
              <a:t>DNN_Aggresvation123/figures/fig1_mechanism_narrow.png；原始图片直接嵌入，仅PPT显示裁剪 (0, 0, 0.392, 0.89)，可恢复。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次组会 · 第 4 页</a:t>
            </a:r>
          </a:p>
          <a:p>
            <a:r>
              <a:t>按阻塞状态复核：远端价格的作用发生改变</a:t>
            </a:r>
          </a:p>
          <a:p/>
          <a:p>
            <a:r>
              <a:t>在已有出力基础上，本地价格带来的提升由约 0.128 增至 0.271；远端价格由 0.115 降至 −0.006。</a:t>
            </a:r>
          </a:p>
          <a:p>
            <a:r>
              <a:t>阻塞后远端价格的增益消失，支持“背景作用依赖运行状态”的解释。原图 B 从原 CSV 单独绘制。</a:t>
            </a:r>
          </a:p>
          <a:p/>
          <a:p>
            <a:r>
              <a:t>原合并图的 B/C 面板标签互相贴近，无法干净裁开，因此只重画 B。</a:t>
            </a:r>
          </a:p>
          <a:p>
            <a:r>
              <a:t>严格沿用原图算法：每个状态内，V(T+Pg)−V(Pg)，不是完整集合能力，也不是 V(T+Pg)−V(T)。</a:t>
            </a:r>
          </a:p>
          <a:p>
            <a:r>
              <a:t>分组测试 R² 未作单调闭包，因此允许出现轻微负提升；没有将负值截断为零。</a:t>
            </a:r>
          </a:p>
          <a:p/>
          <a:p>
            <a:r>
              <a:t>来源：</a:t>
            </a:r>
          </a:p>
          <a:p>
            <a:r>
              <a:t>DNN_Aggresvation123/CHANGELOG.md</a:t>
            </a:r>
          </a:p>
          <a:p>
            <a:r>
              <a:t>DNN_Aggresvation123/outputs/narrow/analysis/regime.csv</a:t>
            </a:r>
          </a:p>
          <a:p>
            <a:r>
              <a:t>reports/组会/_制作文件/replot_123_panel.py</a:t>
            </a:r>
          </a:p>
          <a:p>
            <a:r>
              <a:t>reports/组会/05_机理画像与稳健性验证/V1/素材/123_运行状态子图.png</a:t>
            </a:r>
          </a:p>
          <a:p/>
          <a:p>
            <a:r>
              <a:t>图像处理：</a:t>
            </a:r>
          </a:p>
          <a:p>
            <a:r>
              <a:t>reports/组会/05_机理画像与稳健性验证/V1/素材/123_运行状态子图.png；原合并图标签无法干净分离，读取原CSV按原图计算口径，用Matplotlib单独画出。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次组会 · 第 5 页</a:t>
            </a:r>
          </a:p>
          <a:p>
            <a:r>
              <a:t>把真实数据整理为字段风险画像</a:t>
            </a:r>
          </a:p>
          <a:p/>
          <a:p>
            <a:r>
              <a:t>124 号汇总 264 个“字段—目标”对，联合查看单字段风险 M⁰ 与背景放大 Γ²。</a:t>
            </a:r>
          </a:p>
          <a:p>
            <a:r>
              <a:t>其中 91 对满足 M⁰&lt;0.3 且 Γ²&gt;0.1：只看字段本身会遗漏明显放大。</a:t>
            </a:r>
          </a:p>
          <a:p>
            <a:r>
              <a:t>这一统计来自重训参考表，不依赖把旧 E 或新 C3 当作真值。</a:t>
            </a:r>
          </a:p>
          <a:p/>
          <a:p/>
          <a:p>
            <a:r>
              <a:t>来源：</a:t>
            </a:r>
          </a:p>
          <a:p>
            <a:r>
              <a:t>DNN_Aggresvation124/CHANGELOG.md</a:t>
            </a:r>
          </a:p>
          <a:p>
            <a:r>
              <a:t>DNN_Aggresvation124/figures/fig1_profile_map.png</a:t>
            </a:r>
          </a:p>
          <a:p/>
          <a:p>
            <a:r>
              <a:t>图像处理：</a:t>
            </a:r>
          </a:p>
          <a:p>
            <a:r>
              <a:t>DNN_Aggresvation124/figures/fig1_profile_map.png；原始图片直接嵌入，仅PPT显示裁剪 (0, 0.11, 0.461,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次组会 · 第 6 页</a:t>
            </a:r>
          </a:p>
          <a:p>
            <a:r>
              <a:t>同时记录背景增益分布与危险背景</a:t>
            </a:r>
          </a:p>
          <a:p/>
          <a:p>
            <a:r>
              <a:t>同一个字段在多数背景下增益不高，但少数背景会显著放大；画像保留这些背景及对应数值。</a:t>
            </a:r>
          </a:p>
          <a:p>
            <a:r>
              <a:t>例：NEM PPCCGT 的 SA 风电，单字段约 0.187、背景平均边际约 0.202，最大约 0.603。</a:t>
            </a:r>
          </a:p>
          <a:p/>
          <a:p>
            <a:r>
              <a:t>本页“平均”是本号枚举背景上的边际平均，不将其称为 Shapley 值。124 的背景恢复率使用旧 E；最终估计器的恢复率已在第4次汇报中用125结果展示。</a:t>
            </a:r>
          </a:p>
          <a:p/>
          <a:p>
            <a:r>
              <a:t>来源：</a:t>
            </a:r>
          </a:p>
          <a:p>
            <a:r>
              <a:t>DNN_Aggresvation124/CHANGELOG.md</a:t>
            </a:r>
          </a:p>
          <a:p>
            <a:r>
              <a:t>DNN_Aggresvation124/figures/fig1_profile_map.png</a:t>
            </a:r>
          </a:p>
          <a:p/>
          <a:p>
            <a:r>
              <a:t>图像处理：</a:t>
            </a:r>
          </a:p>
          <a:p>
            <a:r>
              <a:t>DNN_Aggresvation124/figures/fig1_profile_map.png；原始图片直接嵌入，仅PPT显示裁剪 (0.465, 0.11, 1,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次组会 · 第 7 页</a:t>
            </a:r>
          </a:p>
          <a:p>
            <a:r>
              <a:t>更换攻击器种子和划分，复核结论稳定性</a:t>
            </a:r>
          </a:p>
          <a:p/>
          <a:p>
            <a:r>
              <a:t>119 号完成 RTS-GMLC 与 PJM 负荷共 14 组重跑。排序 Spearman 最低分别约 0.984（种子）和 0.983（划分）。</a:t>
            </a:r>
          </a:p>
          <a:p>
            <a:r>
              <a:t>τ=0.5 的关键字段集合完全一致；τ=0.7 的 Jaccard 最低约 0.929／0.941。</a:t>
            </a:r>
          </a:p>
          <a:p/>
          <a:p>
            <a:r>
              <a:t>重跑范围为 RTS 三目标的种子/划分，以及 PJM 实际负荷的种子。验证的是参考表及风险结论，不宣称最终 C3 已做全数据集全划分重复实验。</a:t>
            </a:r>
          </a:p>
          <a:p/>
          <a:p>
            <a:r>
              <a:t>来源：</a:t>
            </a:r>
          </a:p>
          <a:p>
            <a:r>
              <a:t>DNN_Aggresvation119/CHANGELOG.md</a:t>
            </a:r>
          </a:p>
          <a:p>
            <a:r>
              <a:t>DNN_Aggresvation119/figures/fig1_seed_split.png</a:t>
            </a:r>
          </a:p>
          <a:p/>
          <a:p>
            <a:r>
              <a:t>图像处理：</a:t>
            </a:r>
          </a:p>
          <a:p>
            <a:r>
              <a:t>DNN_Aggresvation119/figures/fig1_seed_split.png；原始图片直接嵌入，无重绘。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次组会 · 第 8 页</a:t>
            </a:r>
          </a:p>
          <a:p>
            <a:r>
              <a:t>扫描阈值，检查组合风险是否只在特定阈值出现</a:t>
            </a:r>
          </a:p>
          <a:p/>
          <a:p>
            <a:r>
              <a:t>119 号在 10 个目标上扫描 τ=0.3–0.9；各阈值下，“单看安全、组合危险”的字段都多于单字段即危险。</a:t>
            </a:r>
          </a:p>
          <a:p>
            <a:r>
              <a:t>τ=0.7 时两类平均占比约 43% 与 10%；单字段规则遗漏危险组合的比例仍明显依赖所选阈值。</a:t>
            </a:r>
          </a:p>
          <a:p/>
          <a:p/>
          <a:p>
            <a:r>
              <a:t>来源：</a:t>
            </a:r>
          </a:p>
          <a:p>
            <a:r>
              <a:t>DNN_Aggresvation119/CHANGELOG.md</a:t>
            </a:r>
          </a:p>
          <a:p>
            <a:r>
              <a:t>DNN_Aggresvation119/figures/fig3_tau_sweep.png</a:t>
            </a:r>
          </a:p>
          <a:p/>
          <a:p>
            <a:r>
              <a:t>图像处理：</a:t>
            </a:r>
          </a:p>
          <a:p>
            <a:r>
              <a:t>DNN_Aggresvation119/figures/fig3_tau_sweep.png；原始图片直接嵌入，无重绘。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次组会 · 第 9 页</a:t>
            </a:r>
          </a:p>
          <a:p>
            <a:r>
              <a:t>补做 K=3，并检查 K=2 的适用范围</a:t>
            </a:r>
          </a:p>
          <a:p/>
          <a:p>
            <a:r>
              <a:t>为 NEM 补齐 27,405 个规模为 4 的集合，再重新计算攻击器选择、闭包和风险。</a:t>
            </a:r>
          </a:p>
          <a:p>
            <a:r>
              <a:t>9 个目标的 M²/M³ 为 0.958–1.000；NEM 水电 TUMUT3 仅为 0.813，第三个背景仍有明显作用。</a:t>
            </a:r>
          </a:p>
          <a:p/>
          <a:p/>
          <a:p>
            <a:r>
              <a:t>来源：</a:t>
            </a:r>
          </a:p>
          <a:p>
            <a:r>
              <a:t>DNN_Aggresvation119/CHANGELOG.md</a:t>
            </a:r>
          </a:p>
          <a:p>
            <a:r>
              <a:t>DNN_Aggresvation119/figures/fig2_nem_k3.png</a:t>
            </a:r>
          </a:p>
          <a:p/>
          <a:p>
            <a:r>
              <a:t>图像处理：</a:t>
            </a:r>
          </a:p>
          <a:p>
            <a:r>
              <a:t>DNN_Aggresvation119/figures/fig2_nem_k3.png；原始图片直接嵌入，无重绘。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次组会 · 第 10 页</a:t>
            </a:r>
          </a:p>
          <a:p>
            <a:r>
              <a:t>将字段画像与阈值处置的预算结论分开</a:t>
            </a:r>
          </a:p>
          <a:p/>
          <a:p>
            <a:r>
              <a:t>K=2 可用于当前主线的画像与排序；涉及越阈、扣留时，必须同时声明背景预算。</a:t>
            </a:r>
          </a:p>
          <a:p>
            <a:r>
              <a:t>扩至 K=3 后，平均扣留数在 τ=0.5 时由 9.4 增至 11.3；较大组合需要重新检查。</a:t>
            </a:r>
          </a:p>
          <a:p/>
          <a:p/>
          <a:p>
            <a:r>
              <a:t>来源：</a:t>
            </a:r>
          </a:p>
          <a:p>
            <a:r>
              <a:t>DNN_Aggresvation119/CHANGELOG.md</a:t>
            </a:r>
          </a:p>
          <a:p>
            <a:r>
              <a:t>DNN_Aggresvation119/outputs/analysis/k3_critical.csv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次组会 · 第 11 页</a:t>
            </a:r>
          </a:p>
          <a:p>
            <a:r>
              <a:t>本次完成的工作</a:t>
            </a:r>
          </a:p>
          <a:p/>
          <a:p>
            <a:r>
              <a:t>123：用受控电力算例确认组合增益及其运行状态依赖，形成可解释的机制证据。</a:t>
            </a:r>
          </a:p>
          <a:p>
            <a:r>
              <a:t>124：完成单字段风险、背景放大和支撑背景的画像，论文主线进一步聚焦背景依赖。</a:t>
            </a:r>
          </a:p>
          <a:p>
            <a:r>
              <a:t>119：补齐随机性、阈值和 K 的检查；分别写清画像结论与处置结论的适用条件。</a:t>
            </a:r>
          </a:p>
          <a:p>
            <a:r>
              <a:t>这些结果已进入 V5 及后续论文；120、121 的探索保留为补充记录。</a:t>
            </a:r>
          </a:p>
          <a:p/>
          <a:p/>
          <a:p>
            <a:r>
              <a:t>来源：</a:t>
            </a:r>
          </a:p>
          <a:p>
            <a:r>
              <a:t>DNN_Aggresvation119/CHANGELOG.md</a:t>
            </a:r>
          </a:p>
          <a:p>
            <a:r>
              <a:t>DNN_Aggresvation123/CHANGELOG.md</a:t>
            </a:r>
          </a:p>
          <a:p>
            <a:r>
              <a:t>DNN_Aggresvation124/CHANGELOG.md</a:t>
            </a:r>
          </a:p>
          <a:p>
            <a:r>
              <a:t>paper/claude/V5_en/README.md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次组会 · 第 12 页</a:t>
            </a:r>
          </a:p>
          <a:p>
            <a:r>
              <a:t>补充工作：87 字段扩展（120 号）</a:t>
            </a:r>
          </a:p>
          <a:p/>
          <a:p>
            <a:r>
              <a:t>对 RTS-GMLC 线路 C35 扩展到 87 个候选字段，检查较大字段空间下的组合风险。</a:t>
            </a:r>
          </a:p>
          <a:p>
            <a:r>
              <a:t>τ=0.7 时单字段危险为 0，关键字段为 83；δ=0 的认证召回约 0.86。</a:t>
            </a:r>
          </a:p>
          <a:p>
            <a:r>
              <a:t>该实验作为扩展记录保留，未纳入当前论文主结果。</a:t>
            </a:r>
          </a:p>
          <a:p/>
          <a:p/>
          <a:p>
            <a:r>
              <a:t>来源：</a:t>
            </a:r>
          </a:p>
          <a:p>
            <a:r>
              <a:t>DNN_Aggresvation120/CHANGELOG.md</a:t>
            </a:r>
          </a:p>
          <a:p>
            <a:r>
              <a:t>DNN_Aggresvation120/figures/fig1_large_p.png</a:t>
            </a:r>
          </a:p>
          <a:p/>
          <a:p>
            <a:r>
              <a:t>图像处理：</a:t>
            </a:r>
          </a:p>
          <a:p>
            <a:r>
              <a:t>DNN_Aggresvation120/figures/fig1_large_p.png；原始图片直接嵌入，仅PPT显示裁剪 (0.353, 0.1, 0.675,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次组会 · 第 13 页</a:t>
            </a:r>
          </a:p>
          <a:p>
            <a:r>
              <a:t>补充工作：改变公开基底后重新定级（121 号）</a:t>
            </a:r>
          </a:p>
          <a:p/>
          <a:p>
            <a:r>
              <a:t>在两个目标上改变已公开基底 B，重新计算风险、关键字段及估计误差。</a:t>
            </a:r>
          </a:p>
          <a:p>
            <a:r>
              <a:t>已知信息增加后，部分字段的新增边际下降，同时另一些字段变得关键；说明等级需要附带公开条件。</a:t>
            </a:r>
          </a:p>
          <a:p/>
          <a:p>
            <a:r>
              <a:t>只做了两个目标上的指定基底，不将其推广为所有公开信息变化下的规律。120/121没有加入当前论文；本页是已完成的探索工作。</a:t>
            </a:r>
          </a:p>
          <a:p/>
          <a:p>
            <a:r>
              <a:t>来源：</a:t>
            </a:r>
          </a:p>
          <a:p>
            <a:r>
              <a:t>DNN_Aggresvation121/CHANGELOG.md</a:t>
            </a:r>
          </a:p>
          <a:p>
            <a:r>
              <a:t>DNN_Aggresvation121/figures/fig1_regrade.png</a:t>
            </a:r>
          </a:p>
          <a:p/>
          <a:p>
            <a:r>
              <a:t>图像处理：</a:t>
            </a:r>
          </a:p>
          <a:p>
            <a:r>
              <a:t>DNN_Aggresvation121/figures/fig1_regrade.png；原始图片直接嵌入，无重绘。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本次工作：机理画像与稳健性验证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主要目录：119、123、124；补充：120、121</a:t>
            </a:r>
          </a:p>
        </p:txBody>
      </p:sp>
      <p:sp>
        <p:nvSpPr>
          <p:cNvPr id="4" name="说明文字"/>
          <p:cNvSpPr txBox="1"/>
          <p:nvPr/>
        </p:nvSpPr>
        <p:spPr>
          <a:xfrm>
            <a:off x="777240" y="2240280"/>
            <a:ext cx="106527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搭建受控电力机制算例，检查背景放大是否符合运行机理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把单字段分数扩展为“自身风险、背景放大、支撑背景”的画像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完成种子、划分、阈值和背景预算的检查，明确结论适用范围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对应：主要目录：119、123、124；补充：120、121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搭建可解释的受控机制算例</a:t>
            </a:r>
          </a:p>
        </p:txBody>
      </p:sp>
      <p:sp>
        <p:nvSpPr>
          <p:cNvPr id="3" name="说明文字"/>
          <p:cNvSpPr txBox="1"/>
          <p:nvPr/>
        </p:nvSpPr>
        <p:spPr>
          <a:xfrm>
            <a:off x="685800" y="1280160"/>
            <a:ext cx="10881360" cy="501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123 号：以 RTS-GMLC 机组 313_CC_1 的私有报价加成为目标；11 个候选字段，枚举 2,047 个非空集合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主实验把加成限制在 ±5%；另做 ±30% 对照。前者用于检验“价格单独不显眼、与出力结合后有信息”的情况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实验前的判断：出力识别报价段；机组处于边际状态时，本地价格进一步约束报价加成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同时比较本地、近端、远端价格，并按 C6 是否阻塞分组，检查空间关系是否随运行状态改变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受控算例中观察到价格与出力的组合增益</a:t>
            </a:r>
          </a:p>
        </p:txBody>
      </p:sp>
      <p:pic>
        <p:nvPicPr>
          <p:cNvPr id="3" name="DNN_Aggresvation123/figures/fig1_mechanism_narrow.png [原图子图裁剪]" descr="原图A：机组出力在不同背景下的增益"/>
          <p:cNvPicPr>
            <a:picLocks noChangeAspect="1"/>
          </p:cNvPicPr>
          <p:nvPr/>
        </p:nvPicPr>
        <p:blipFill>
          <a:blip r:embed="rId2"/>
          <a:srcRect r="60800" b="11000"/>
          <a:stretch>
            <a:fillRect/>
          </a:stretch>
        </p:blipFill>
        <p:spPr>
          <a:xfrm>
            <a:off x="1691540" y="1170432"/>
            <a:ext cx="4297878" cy="5166360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机组出力单独的推断能力约 0.065；加入本地价格后约为 0.215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本地价格单独为 0，但最大背景边际达到 0.150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近端、远端价格的作用不同，组合增益与预先给出的物理判断一致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对应：123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按阻塞状态复核：远端价格的作用发生改变</a:t>
            </a:r>
          </a:p>
        </p:txBody>
      </p:sp>
      <p:pic>
        <p:nvPicPr>
          <p:cNvPr id="3" name="reports/组会/05_机理画像与稳健性验证/V1/素材/123_运行状态子图.png [原始数据Matplotlib子图]" descr="123号原图B单独重绘：运行状态与价格放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80816" y="1069848"/>
            <a:ext cx="5218176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在已有出力基础上，本地价格带来的提升由约 0.128 增至 0.271；远端价格由 0.115 降至 −0.006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阻塞后远端价格的增益消失，支持“背景作用依赖运行状态”的解释。原图 B 从原 CSV 单独绘制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对应：123　｜　原始数据 Matplotlib 单独绘图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把真实数据整理为字段风险画像</a:t>
            </a:r>
          </a:p>
        </p:txBody>
      </p:sp>
      <p:pic>
        <p:nvPicPr>
          <p:cNvPr id="3" name="DNN_Aggresvation124/figures/fig1_profile_map.png [原图子图裁剪]" descr="原图A：单字段风险与放大量"/>
          <p:cNvPicPr>
            <a:picLocks noChangeAspect="1"/>
          </p:cNvPicPr>
          <p:nvPr/>
        </p:nvPicPr>
        <p:blipFill>
          <a:blip r:embed="rId2"/>
          <a:srcRect t="11000" r="53900"/>
          <a:stretch>
            <a:fillRect/>
          </a:stretch>
        </p:blipFill>
        <p:spPr>
          <a:xfrm>
            <a:off x="502920" y="1368965"/>
            <a:ext cx="6675120" cy="4769293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124 号汇总 264 个“字段—目标”对，联合查看单字段风险 M⁰ 与背景放大 Γ²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其中 91 对满足 M⁰&lt;0.3 且 Γ²&gt;0.1：只看字段本身会遗漏明显放大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这一统计来自重训参考表，不依赖把旧 E 或新 C3 当作真值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对应：124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同时记录背景增益分布与危险背景</a:t>
            </a:r>
          </a:p>
        </p:txBody>
      </p:sp>
      <p:pic>
        <p:nvPicPr>
          <p:cNvPr id="3" name="DNN_Aggresvation124/figures/fig1_profile_map.png [原图子图裁剪]" descr="原图B：典型字段的背景增益分布"/>
          <p:cNvPicPr>
            <a:picLocks noChangeAspect="1"/>
          </p:cNvPicPr>
          <p:nvPr/>
        </p:nvPicPr>
        <p:blipFill>
          <a:blip r:embed="rId2"/>
          <a:srcRect l="46500" t="11000"/>
          <a:stretch>
            <a:fillRect/>
          </a:stretch>
        </p:blipFill>
        <p:spPr>
          <a:xfrm>
            <a:off x="2911508" y="1069848"/>
            <a:ext cx="6356790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同一个字段在多数背景下增益不高，但少数背景会显著放大；画像保留这些背景及对应数值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例：NEM PPCCGT 的 SA 风电，单字段约 0.187、背景平均边际约 0.202，最大约 0.603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对应：124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更换攻击器种子和划分，复核结论稳定性</a:t>
            </a:r>
          </a:p>
        </p:txBody>
      </p:sp>
      <p:pic>
        <p:nvPicPr>
          <p:cNvPr id="3" name="DNN_Aggresvation119/figures/fig1_seed_split.png [原图]" descr="DNN_Aggresvation119/figures/fig1_seed_spli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493750"/>
            <a:ext cx="11173968" cy="3065826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119 号完成 RTS-GMLC 与 PJM 负荷共 14 组重跑。排序 Spearman 最低分别约 0.984（种子）和 0.983（划分）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τ=0.5 的关键字段集合完全一致；τ=0.7 的 Jaccard 最低约 0.929／0.941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对应：119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扫描阈值，检查组合风险是否只在特定阈值出现</a:t>
            </a:r>
          </a:p>
        </p:txBody>
      </p:sp>
      <p:pic>
        <p:nvPicPr>
          <p:cNvPr id="3" name="DNN_Aggresvation119/figures/fig3_tau_sweep.png [原图]" descr="DNN_Aggresvation119/figures/fig3_tau_sweep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221951"/>
            <a:ext cx="11173968" cy="3609425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119 号在 10 个目标上扫描 τ=0.3–0.9；各阈值下，“单看安全、组合危险”的字段都多于单字段即危险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τ=0.7 时两类平均占比约 43% 与 10%；单字段规则遗漏危险组合的比例仍明显依赖所选阈值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对应：119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补做 K=3，并检查 K=2 的适用范围</a:t>
            </a:r>
          </a:p>
        </p:txBody>
      </p:sp>
      <p:pic>
        <p:nvPicPr>
          <p:cNvPr id="3" name="DNN_Aggresvation119/figures/fig2_nem_k3.png [原图]" descr="DNN_Aggresvation119/figures/fig2_nem_k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221951"/>
            <a:ext cx="11173968" cy="3609425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为 NEM 补齐 27,405 个规模为 4 的集合，再重新计算攻击器选择、闭包和风险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9 个目标的 M²/M³ 为 0.958–1.000；NEM 水电 TUMUT3 仅为 0.813，第三个背景仍有明显作用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对应：119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将字段画像与阈值处置的预算结论分开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115567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4067"/>
                <a:gridCol w="2565806"/>
                <a:gridCol w="2565806"/>
              </a:tblGrid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目标（τ=0.7）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K=2 关键字段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K=3 关键字段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PJM 联络线净交换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NEM PPCCGT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24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PJM 实际负荷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RTS 机组 223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说明文字"/>
          <p:cNvSpPr txBox="1"/>
          <p:nvPr/>
        </p:nvSpPr>
        <p:spPr>
          <a:xfrm>
            <a:off x="594360" y="5230368"/>
            <a:ext cx="1097280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K=2 可用于当前主线的画像与排序；涉及越阈、扣留时，必须同时声明背景预算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扩至 K=3 后，平均扣留数在 τ=0.5 时由 9.4 增至 11.3；较大组合需要重新检查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本次完成的工作</a:t>
            </a:r>
          </a:p>
        </p:txBody>
      </p:sp>
      <p:sp>
        <p:nvSpPr>
          <p:cNvPr id="3" name="说明文字"/>
          <p:cNvSpPr txBox="1"/>
          <p:nvPr/>
        </p:nvSpPr>
        <p:spPr>
          <a:xfrm>
            <a:off x="685800" y="1280160"/>
            <a:ext cx="10881360" cy="501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123：用受控电力算例确认组合增益及其运行状态依赖，形成可解释的机制证据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124：完成单字段风险、背景放大和支撑背景的画像，论文主线进一步聚焦背景依赖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119：补齐随机性、阈值和 K 的检查；分别写清画像结论与处置结论的适用条件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这些结果已进入 V5 及后续论文；120、121 的探索保留为补充记录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对应：119、123、124、paper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补充工作：87 字段扩展（120 号）</a:t>
            </a:r>
          </a:p>
        </p:txBody>
      </p:sp>
      <p:pic>
        <p:nvPicPr>
          <p:cNvPr id="3" name="DNN_Aggresvation120/figures/fig1_large_p.png [原图子图裁剪]" descr="原图B：大字段空间的关键字段"/>
          <p:cNvPicPr>
            <a:picLocks noChangeAspect="1"/>
          </p:cNvPicPr>
          <p:nvPr/>
        </p:nvPicPr>
        <p:blipFill>
          <a:blip r:embed="rId2"/>
          <a:srcRect l="35300" t="10000" r="32500"/>
          <a:stretch>
            <a:fillRect/>
          </a:stretch>
        </p:blipFill>
        <p:spPr>
          <a:xfrm>
            <a:off x="572675" y="1170432"/>
            <a:ext cx="6535608" cy="5166360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对 RTS-GMLC 线路 C35 扩展到 87 个候选字段，检查较大字段空间下的组合风险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τ=0.7 时单字段危险为 0，关键字段为 83；δ=0 的认证召回约 0.86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该实验作为扩展记录保留，未纳入当前论文主结果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对应：120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补充工作：改变公开基底后重新定级（121 号）</a:t>
            </a:r>
          </a:p>
        </p:txBody>
      </p:sp>
      <p:pic>
        <p:nvPicPr>
          <p:cNvPr id="3" name="DNN_Aggresvation121/figures/fig1_regrade.png [原图]" descr="DNN_Aggresvation121/figures/fig1_regrad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456174"/>
            <a:ext cx="11173968" cy="3140979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在两个目标上改变已公开基底 B，重新计算风险、关键字段及估计误差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已知信息增加后，部分字段的新增边际下降，同时另一些字段变得关键；说明等级需要附带公开条件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对应：121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机理画像与稳健性验证</dc:title>
  <dc:subject>组会进展汇报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