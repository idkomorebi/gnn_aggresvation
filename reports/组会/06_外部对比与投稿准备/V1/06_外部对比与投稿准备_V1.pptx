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1 页</a:t>
            </a:r>
          </a:p>
          <a:p>
            <a:r>
              <a:t>本次工作：外部对比与投稿准备</a:t>
            </a:r>
          </a:p>
          <a:p/>
          <a:p>
            <a:r>
              <a:t>统一测量估计器成本，完成等价的读出加速实现。</a:t>
            </a:r>
          </a:p>
          <a:p>
            <a:r>
              <a:t>补充外部方法比较，重新组织设计选择与对比实验。</a:t>
            </a:r>
          </a:p>
          <a:p>
            <a:r>
              <a:t>统一论文中的结果和表述，形成通用稿及两种期刊定向稿。</a:t>
            </a:r>
          </a:p>
          <a:p/>
          <a:p/>
          <a:p>
            <a:r>
              <a:t>来源：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2 页</a:t>
            </a:r>
          </a:p>
          <a:p>
            <a:r>
              <a:t>统一计时，并优化重复读出的实现</a:t>
            </a:r>
          </a:p>
          <a:p/>
          <a:p>
            <a:r>
              <a:t>126 号：同一张空闲 GPU、每组相同的 200 个集合、批大小 8；预热后计时，一次性预训练单独统计。</a:t>
            </a:r>
          </a:p>
          <a:p>
            <a:r>
              <a:t>优化五折 ridge：先算全体的 Gram 矩阵，再减去验证折；多个 λ 批量求解。</a:t>
            </a:r>
          </a:p>
          <a:p>
            <a:r>
              <a:t>在 RTS 与 CAISO 各 200 个集合上，新旧实现以及保存的估计结果最大差均为 0。</a:t>
            </a:r>
          </a:p>
          <a:p>
            <a:r>
              <a:t>结果保持一致，读出约加速 2.8 倍；论文成本统一改用这个快速实现。</a:t>
            </a:r>
          </a:p>
          <a:p/>
          <a:p>
            <a:r>
              <a:t>逐位一致是已检查样本上的结果，不声明所有硬件、所有输入上的浮点运算顺序必然完全相同。</a:t>
            </a:r>
          </a:p>
          <a:p/>
          <a:p>
            <a:r>
              <a:t>来源：</a:t>
            </a:r>
          </a:p>
          <a:p>
            <a:r>
              <a:t>DNN_Aggresvation126/CHANGELOG.md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3 页</a:t>
            </a:r>
          </a:p>
          <a:p>
            <a:r>
              <a:t>补齐各配置的每集合耗时</a:t>
            </a:r>
          </a:p>
          <a:p/>
          <a:p>
            <a:r>
              <a:t>最终 C3 为 48–64 ms／集合（五组均值约 57.8 ms），比逐集合串行重训快约 241–906 倍。</a:t>
            </a:r>
          </a:p>
          <a:p>
            <a:r>
              <a:t>共享输出头约 0.2 ms，但 M² 误差约为 C3 的 4 倍；每组的三主干重建预训练一次约需 2 分钟。</a:t>
            </a:r>
          </a:p>
          <a:p/>
          <a:p>
            <a:r>
              <a:t>原图为对数时间轴。三种子表示分别读出再平均，三次求解。预训练为一次性成本，不能当作每集合时间。</a:t>
            </a:r>
          </a:p>
          <a:p/>
          <a:p>
            <a:r>
              <a:t>来源：</a:t>
            </a:r>
          </a:p>
          <a:p>
            <a:r>
              <a:t>DNN_Aggresvation126/CHANGELOG.md</a:t>
            </a:r>
          </a:p>
          <a:p>
            <a:r>
              <a:t>DNN_Aggresvation126/figures/fig1_time_per_method.png</a:t>
            </a:r>
          </a:p>
          <a:p/>
          <a:p>
            <a:r>
              <a:t>图像处理：</a:t>
            </a:r>
          </a:p>
          <a:p>
            <a:r>
              <a:t>DNN_Aggresvation126/figures/fig1_time_per_method.png；原始图片直接嵌入，无重绘。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4 页</a:t>
            </a:r>
          </a:p>
          <a:p>
            <a:r>
              <a:t>结合成本，明确最终配置的取舍</a:t>
            </a:r>
          </a:p>
          <a:p/>
          <a:p>
            <a:r>
              <a:t>当前每集合约 58 ms 可接受，因此采用整体画像误差更小的 C3。</a:t>
            </a:r>
          </a:p>
          <a:p>
            <a:r>
              <a:t>查询量更大时可选约 21 ms 的 C1；C2 更轻，但单种子的结果存在波动。</a:t>
            </a:r>
          </a:p>
          <a:p/>
          <a:p>
            <a:r>
              <a:t>C2 精度是多个独立单种子试验的平均；每次使用仍为单种子，不能误写成三种子集成。</a:t>
            </a:r>
          </a:p>
          <a:p/>
          <a:p>
            <a:r>
              <a:t>来源：</a:t>
            </a:r>
          </a:p>
          <a:p>
            <a:r>
              <a:t>DNN_Aggresvation125/CHANGELOG.md</a:t>
            </a:r>
          </a:p>
          <a:p>
            <a:r>
              <a:t>DNN_Aggresvation126/CHANGELOG.md</a:t>
            </a:r>
          </a:p>
          <a:p>
            <a:r>
              <a:t>paper/codex/V2_en/README.md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5 页</a:t>
            </a:r>
          </a:p>
          <a:p>
            <a:r>
              <a:t>补充外部对照，避免只有自身变体比较</a:t>
            </a:r>
          </a:p>
          <a:p/>
          <a:p>
            <a:r>
              <a:t>127 号使用已固定的 C3，对照方法按记录中的默认设置实现；不另调参追求最优。</a:t>
            </a:r>
          </a:p>
          <a:p>
            <a:r>
              <a:t>参考表仍为同口径的三攻击器重训加单调闭包；比较的是对这张参考表的恢复误差。</a:t>
            </a:r>
          </a:p>
          <a:p/>
          <a:p/>
          <a:p>
            <a:r>
              <a:t>来源：</a:t>
            </a:r>
          </a:p>
          <a:p>
            <a:r>
              <a:t>DNN_Aggresvation127/CHANGELOG.md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6 页</a:t>
            </a:r>
          </a:p>
          <a:p>
            <a:r>
              <a:t>外部对比显示：TabPFN 的精度最接近</a:t>
            </a:r>
          </a:p>
          <a:p/>
          <a:p>
            <a:r>
              <a:t>均值代替、小模型和掩码直接输出的风险误差较大；热启动能改善，但仍弱于本文配置。</a:t>
            </a:r>
          </a:p>
          <a:p>
            <a:r>
              <a:t>TabPFN 是本轮最接近的外部方法，V／M 更准，而 Γ 误差较高；成本达到每集合 0.8–7.0 s。</a:t>
            </a:r>
          </a:p>
          <a:p/>
          <a:p>
            <a:r>
              <a:t>“串行重训误差为零”来自其被定义为参考，不代表掌握真实攻击能力的物理上限。表格基础模型有时强于参考攻击者族，该局限已写入论文。</a:t>
            </a:r>
          </a:p>
          <a:p/>
          <a:p>
            <a:r>
              <a:t>来源：</a:t>
            </a:r>
          </a:p>
          <a:p>
            <a:r>
              <a:t>DNN_Aggresvation127/CHANGELOG.md</a:t>
            </a:r>
          </a:p>
          <a:p>
            <a:r>
              <a:t>DNN_Aggresvation127/figures/fig1_baselines.png</a:t>
            </a:r>
          </a:p>
          <a:p/>
          <a:p>
            <a:r>
              <a:t>图像处理：</a:t>
            </a:r>
          </a:p>
          <a:p>
            <a:r>
              <a:t>DNN_Aggresvation127/figures/fig1_baselines.png；原始图片直接嵌入，仅PPT显示裁剪 (0, 0.095, 0.648,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7 页</a:t>
            </a:r>
          </a:p>
          <a:p>
            <a:r>
              <a:t>对高成本方法保留样本评测的边界</a:t>
            </a:r>
          </a:p>
          <a:p/>
          <a:p>
            <a:r>
              <a:t>LazyVI 每集合约 1.5–9.1 s，因此只评价了同批 200 个集合。</a:t>
            </a:r>
          </a:p>
          <a:p>
            <a:r>
              <a:t>样本 V MAE 约 0.037；没有全表 M／Γ 或关键字段指标。</a:t>
            </a:r>
          </a:p>
          <a:p>
            <a:r>
              <a:t>图中“200 集合样本”单独列出，避免与全表指标混用。</a:t>
            </a:r>
          </a:p>
          <a:p/>
          <a:p/>
          <a:p>
            <a:r>
              <a:t>来源：</a:t>
            </a:r>
          </a:p>
          <a:p>
            <a:r>
              <a:t>DNN_Aggresvation127/CHANGELOG.md</a:t>
            </a:r>
          </a:p>
          <a:p>
            <a:r>
              <a:t>DNN_Aggresvation127/figures/fig1_baselines.png</a:t>
            </a:r>
          </a:p>
          <a:p/>
          <a:p>
            <a:r>
              <a:t>图像处理：</a:t>
            </a:r>
          </a:p>
          <a:p>
            <a:r>
              <a:t>DNN_Aggresvation127/figures/fig1_baselines.png；原始图片直接嵌入，仅PPT显示裁剪 (0.651, 0.095,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8 页</a:t>
            </a:r>
          </a:p>
          <a:p>
            <a:r>
              <a:t>分数据组核对 TabPFN 的优势和误差来源</a:t>
            </a:r>
          </a:p>
          <a:p/>
          <a:p>
            <a:r>
              <a:t>全体目标平均：TabPFN 的 V／M MAE 约 0.0155／0.0135，本文约 0.0179／0.0149。</a:t>
            </a:r>
          </a:p>
          <a:p>
            <a:r>
              <a:t>TabPFN 的优势集中在训练行较少的 PJM；本文在 PJM 的 V 存在约 −0.03 至 −0.04 的系统低估。</a:t>
            </a:r>
          </a:p>
          <a:p/>
          <a:p/>
          <a:p>
            <a:r>
              <a:t>来源：</a:t>
            </a:r>
          </a:p>
          <a:p>
            <a:r>
              <a:t>DNN_Aggresvation127/CHANGELOG.md</a:t>
            </a:r>
          </a:p>
          <a:p>
            <a:r>
              <a:t>DNN_Aggresvation127/figures/fig2_ours_vs_tabpfn.png</a:t>
            </a:r>
          </a:p>
          <a:p/>
          <a:p>
            <a:r>
              <a:t>图像处理：</a:t>
            </a:r>
          </a:p>
          <a:p>
            <a:r>
              <a:t>DNN_Aggresvation127/figures/fig2_ours_vs_tabpfn.png；原始图片直接嵌入，仅PPT显示裁剪 (0, 0.09, 0.503,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9 页</a:t>
            </a:r>
          </a:p>
          <a:p>
            <a:r>
              <a:t>如实保留不同指标上的优劣</a:t>
            </a:r>
          </a:p>
          <a:p/>
          <a:p>
            <a:r>
              <a:t>蓝色为本文、橙色为 TabPFN：本文 Γ MAE 约 0.0137，TabPFN 约 0.0192。</a:t>
            </a:r>
          </a:p>
          <a:p>
            <a:r>
              <a:t>τ=0.7 的关键召回本文约 0.786、TabPFN 为 1.000；前 1 背景认证恢复约 0.961／0.959，不能把二者写成所有指标相同。</a:t>
            </a:r>
          </a:p>
          <a:p/>
          <a:p>
            <a:r>
              <a:t>关键召回针对真实关键字段的检出；认证恢复比针对已搜索候选恢复的风险量。二者评价对象不同。</a:t>
            </a:r>
          </a:p>
          <a:p/>
          <a:p>
            <a:r>
              <a:t>来源：</a:t>
            </a:r>
          </a:p>
          <a:p>
            <a:r>
              <a:t>DNN_Aggresvation127/CHANGELOG.md</a:t>
            </a:r>
          </a:p>
          <a:p>
            <a:r>
              <a:t>DNN_Aggresvation127/figures/fig2_ours_vs_tabpfn.png</a:t>
            </a:r>
          </a:p>
          <a:p/>
          <a:p>
            <a:r>
              <a:t>图像处理：</a:t>
            </a:r>
          </a:p>
          <a:p>
            <a:r>
              <a:t>DNN_Aggresvation127/figures/fig2_ours_vs_tabpfn.png；原始图片直接嵌入，仅PPT显示裁剪 (0.498, 0.09,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10 页</a:t>
            </a:r>
          </a:p>
          <a:p>
            <a:r>
              <a:t>把实验修改同步到论文版本</a:t>
            </a:r>
          </a:p>
          <a:p/>
          <a:p>
            <a:r>
              <a:t>研究内容更新与文字／版式修订分别留档；当前论文数字统一采用 125–127 的最终结果。</a:t>
            </a:r>
          </a:p>
          <a:p>
            <a:r>
              <a:t>检查并收窄“全部处置均已认证”等过满表述，同时修正三种子读出次数及旧估计器描述。</a:t>
            </a:r>
          </a:p>
          <a:p/>
          <a:p/>
          <a:p>
            <a:r>
              <a:t>来源：</a:t>
            </a:r>
          </a:p>
          <a:p>
            <a:r>
              <a:t>paper/claude/V3_en/README.md</a:t>
            </a:r>
          </a:p>
          <a:p>
            <a:r>
              <a:t>paper/claude/V4_en/README.md</a:t>
            </a:r>
          </a:p>
          <a:p>
            <a:r>
              <a:t>paper/claude/V5_en/README.md</a:t>
            </a:r>
          </a:p>
          <a:p>
            <a:r>
              <a:t>paper/claude/V5.1_en/README.md</a:t>
            </a:r>
          </a:p>
          <a:p>
            <a:r>
              <a:t>paper/claude/V5.2_en/README.md</a:t>
            </a:r>
          </a:p>
          <a:p>
            <a:r>
              <a:t>paper/claude/V6_ieee/README.md</a:t>
            </a:r>
          </a:p>
          <a:p>
            <a:r>
              <a:t>paper/codex/V2_en/README.md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11 页</a:t>
            </a:r>
          </a:p>
          <a:p>
            <a:r>
              <a:t>基于同一研究，完成两种期刊定向稿</a:t>
            </a:r>
          </a:p>
          <a:p/>
          <a:p>
            <a:r>
              <a:t>两份稿件采用相同实验，调整的是问题切入、证据顺序和讨论重点；均已形成完整初稿。</a:t>
            </a:r>
          </a:p>
          <a:p>
            <a:r>
              <a:t>这一步为选择投稿方向提供可比较的稿件，目前尚未投稿。</a:t>
            </a:r>
          </a:p>
          <a:p/>
          <a:p>
            <a:r>
              <a:t>本页总结本地已完成的期刊调研和定向改写，不新增期刊排名、录用概率或审稿周期判断。期刊当前专属投稿要求仍需在实际投稿前核实。</a:t>
            </a:r>
          </a:p>
          <a:p/>
          <a:p>
            <a:r>
              <a:t>来源：</a:t>
            </a:r>
          </a:p>
          <a:p>
            <a:r>
              <a:t>paper/codex/IJCIP/V1/README.md</a:t>
            </a:r>
          </a:p>
          <a:p>
            <a:r>
              <a:t>paper/codex/JISA/V1/README.md</a:t>
            </a:r>
          </a:p>
          <a:p>
            <a:r>
              <a:t>paper/codex/JOURNAL_ADAPTATION_RESEARCH.md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次组会 · 第 12 页</a:t>
            </a:r>
          </a:p>
          <a:p>
            <a:r>
              <a:t>本次完成的工作与材料状态</a:t>
            </a:r>
          </a:p>
          <a:p/>
          <a:p>
            <a:r>
              <a:t>126–127：完成统一计时、读出加速和外部方法比较；设计理由及对照结果已进入论文。</a:t>
            </a:r>
          </a:p>
          <a:p>
            <a:r>
              <a:t>论文：完成通用稿和 IJCIP／JISA 两份定向稿，保留原始实验到图表的来源关系。</a:t>
            </a:r>
          </a:p>
          <a:p>
            <a:r>
              <a:t>现有材料：PDF、LaTeX 源码、Highlights 及投稿源码压缩包。</a:t>
            </a:r>
          </a:p>
          <a:p>
            <a:r>
              <a:t>投稿前待补：真实单位与联系方式、基金／利益冲突／贡献说明、最终公开链接；期刊专属字数与匿名要求还需核对。</a:t>
            </a:r>
          </a:p>
          <a:p/>
          <a:p/>
          <a:p>
            <a:r>
              <a:t>来源：</a:t>
            </a:r>
          </a:p>
          <a:p>
            <a:r>
              <a:t>DNN_Aggresvation126/CHANGELOG.md</a:t>
            </a:r>
          </a:p>
          <a:p>
            <a:r>
              <a:t>DNN_Aggresvation127/CHANGELOG.md</a:t>
            </a:r>
          </a:p>
          <a:p>
            <a:r>
              <a:t>paper/codex/IJCIP/V1/README.md</a:t>
            </a:r>
          </a:p>
          <a:p>
            <a:r>
              <a:t>paper/codex/JISA/V1/README.md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本次工作：外部对比与投稿准备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主要目录：126、127；paper/claude、paper/codex 的论文版本</a:t>
            </a:r>
          </a:p>
        </p:txBody>
      </p:sp>
      <p:sp>
        <p:nvSpPr>
          <p:cNvPr id="4" name="说明文字"/>
          <p:cNvSpPr txBox="1"/>
          <p:nvPr/>
        </p:nvSpPr>
        <p:spPr>
          <a:xfrm>
            <a:off x="777240" y="2240280"/>
            <a:ext cx="10652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统一测量估计器成本，完成等价的读出加速实现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补充外部方法比较，重新组织设计选择与对比实验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统一论文中的结果和表述，形成通用稿及两种期刊定向稿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对应：主要目录：126、127；paper/claude、paper/codex 的论文版本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统一计时，并优化重复读出的实现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126 号：同一张空闲 GPU、每组相同的 200 个集合、批大小 8；预热后计时，一次性预训练单独统计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优化五折 ridge：先算全体的 Gram 矩阵，再减去验证折；多个 λ 批量求解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在 RTS 与 CAISO 各 200 个集合上，新旧实现以及保存的估计结果最大差均为 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结果保持一致，读出约加速 2.8 倍；论文成本统一改用这个快速实现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补齐各配置的每集合耗时</a:t>
            </a:r>
          </a:p>
        </p:txBody>
      </p:sp>
      <p:pic>
        <p:nvPicPr>
          <p:cNvPr id="3" name="DNN_Aggresvation126/figures/fig1_time_per_method.png [原图]" descr="DNN_Aggresvation126/figures/fig1_time_per_metho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7471" y="1069848"/>
            <a:ext cx="9864865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最终 C3 为 48–64 ms／集合（五组均值约 57.8 ms），比逐集合串行重训快约 241–906 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共享输出头约 0.2 ms，但 M² 误差约为 C3 的 4 倍；每组的三主干重建预训练一次约需 2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对应：126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结合成本，明确最终配置的取舍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7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726"/>
                <a:gridCol w="2454249"/>
                <a:gridCol w="1673351"/>
                <a:gridCol w="1673351"/>
              </a:tblGrid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均值耗时 / ms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M² MAE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Γ² MAE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旧 E：目标预测 ×3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21.1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0.0211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0.0169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C1：重建 ×3＋截断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21.1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0.0171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0.0150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C2：重建＋随机 ×1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19.3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0.0163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0.0144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C3：重建＋随机 ×3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57.8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0.0149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0.0137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说明文字"/>
          <p:cNvSpPr txBox="1"/>
          <p:nvPr/>
        </p:nvSpPr>
        <p:spPr>
          <a:xfrm>
            <a:off x="594360" y="523036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当前每集合约 58 ms 可接受，因此采用整体画像误差更小的 C3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查询量更大时可选约 21 ms 的 C1；C2 更轻，但单种子的结果存在波动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对应：125、126、paper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补充外部对照，避免只有自身变体比较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7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249"/>
                <a:gridCol w="3681374"/>
                <a:gridCol w="5020056"/>
              </a:tblGrid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加入的对照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检验的问题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简单逐集合模型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线性／二次回归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简单读出是否足够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全模型复用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均值代替（Dropout）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能否直接移除字段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全模型适配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LazyVI；热启动＋早停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线性化或微调的效果与成本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掩码代理模型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共享输出头直接预测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是否需要逐集合读出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表格基础模型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TabPFN v2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现成通用模型能否替代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说明文字"/>
          <p:cNvSpPr txBox="1"/>
          <p:nvPr/>
        </p:nvSpPr>
        <p:spPr>
          <a:xfrm>
            <a:off x="594360" y="523036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127 号使用已固定的 C3，对照方法按记录中的默认设置实现；不另调参追求最优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参考表仍为同口径的三攻击器重训加单调闭包；比较的是对这张参考表的恢复误差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外部对比显示：TabPFN 的精度最接近</a:t>
            </a:r>
          </a:p>
        </p:txBody>
      </p:sp>
      <p:pic>
        <p:nvPicPr>
          <p:cNvPr id="3" name="DNN_Aggresvation127/figures/fig1_baselines.png [原图子图裁剪]" descr="原图A/B：精度与耗时"/>
          <p:cNvPicPr>
            <a:picLocks noChangeAspect="1"/>
          </p:cNvPicPr>
          <p:nvPr/>
        </p:nvPicPr>
        <p:blipFill>
          <a:blip r:embed="rId2"/>
          <a:srcRect t="9500" r="35200"/>
          <a:stretch>
            <a:fillRect/>
          </a:stretch>
        </p:blipFill>
        <p:spPr>
          <a:xfrm>
            <a:off x="1006447" y="1069848"/>
            <a:ext cx="10166912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均值代替、小模型和掩码直接输出的风险误差较大；热启动能改善，但仍弱于本文配置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TabPFN 是本轮最接近的外部方法，V／M 更准，而 Γ 误差较高；成本达到每集合 0.8–7.0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对应：127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对高成本方法保留样本评测的边界</a:t>
            </a:r>
          </a:p>
        </p:txBody>
      </p:sp>
      <p:pic>
        <p:nvPicPr>
          <p:cNvPr id="3" name="DNN_Aggresvation127/figures/fig1_baselines.png [原图子图裁剪]" descr="原图C：共同200集合样本的V误差"/>
          <p:cNvPicPr>
            <a:picLocks noChangeAspect="1"/>
          </p:cNvPicPr>
          <p:nvPr/>
        </p:nvPicPr>
        <p:blipFill>
          <a:blip r:embed="rId2"/>
          <a:srcRect l="65100" t="9500"/>
          <a:stretch>
            <a:fillRect/>
          </a:stretch>
        </p:blipFill>
        <p:spPr>
          <a:xfrm>
            <a:off x="502920" y="1368166"/>
            <a:ext cx="6675120" cy="4770891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LazyVI 每集合约 1.5–9.1 s，因此只评价了同批 200 个集合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样本 V MAE 约 0.037；没有全表 M／Γ 或关键字段指标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图中“200 集合样本”单独列出，避免与全表指标混用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对应：127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分数据组核对 TabPFN 的优势和误差来源</a:t>
            </a:r>
          </a:p>
        </p:txBody>
      </p:sp>
      <p:pic>
        <p:nvPicPr>
          <p:cNvPr id="3" name="DNN_Aggresvation127/figures/fig2_ours_vs_tabpfn.png [原图子图裁剪]" descr="原图A/B：V误差与M误差"/>
          <p:cNvPicPr>
            <a:picLocks noChangeAspect="1"/>
          </p:cNvPicPr>
          <p:nvPr/>
        </p:nvPicPr>
        <p:blipFill>
          <a:blip r:embed="rId2"/>
          <a:srcRect t="9000" r="49700"/>
          <a:stretch>
            <a:fillRect/>
          </a:stretch>
        </p:blipFill>
        <p:spPr>
          <a:xfrm>
            <a:off x="1303677" y="1069848"/>
            <a:ext cx="9572452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全体目标平均：TabPFN 的 V／M MAE 约 0.0155／0.0135，本文约 0.0179／0.0149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TabPFN 的优势集中在训练行较少的 PJM；本文在 PJM 的 V 存在约 −0.03 至 −0.04 的系统低估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对应：127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如实保留不同指标上的优劣</a:t>
            </a:r>
          </a:p>
        </p:txBody>
      </p:sp>
      <p:pic>
        <p:nvPicPr>
          <p:cNvPr id="3" name="DNN_Aggresvation127/figures/fig2_ours_vs_tabpfn.png [原图子图裁剪]" descr="原图C/D：放大量误差与关键字段召回"/>
          <p:cNvPicPr>
            <a:picLocks noChangeAspect="1"/>
          </p:cNvPicPr>
          <p:nvPr/>
        </p:nvPicPr>
        <p:blipFill>
          <a:blip r:embed="rId2"/>
          <a:srcRect l="49800" t="9000"/>
          <a:stretch>
            <a:fillRect/>
          </a:stretch>
        </p:blipFill>
        <p:spPr>
          <a:xfrm>
            <a:off x="1313193" y="1069848"/>
            <a:ext cx="9553421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蓝色为本文、橙色为 TabPFN：本文 Γ MAE 约 0.0137，TabPFN 约 0.0192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τ=0.7 的关键召回本文约 0.786、TabPFN 为 1.000；前 1 背景认证恢复约 0.961／0.959，不能把二者写成所有指标相同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对应：127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把实验修改同步到论文版本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79" cy="365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147"/>
                <a:gridCol w="7920532"/>
              </a:tblGrid>
              <a:tr h="52251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版本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已完成的主要修改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V3_en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102–109：正式协议、字段风险与发布审查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V4_en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110–119：场景扩展、数值修复和稳健性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V5_en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122–124：预学习诊断、机制与背景画像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V5.1_en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125–126：固定新估计器、更新下游与成本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V5.2_en → V6_ieee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外部比较；全文核对；IEEE 双栏迁移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codex/V2_en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通用稿整理，集中论述并保留真实权衡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说明文字"/>
          <p:cNvSpPr txBox="1"/>
          <p:nvPr/>
        </p:nvSpPr>
        <p:spPr>
          <a:xfrm>
            <a:off x="594360" y="523036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研究内容更新与文字／版式修订分别留档；当前论文数字统一采用 125–127 的最终结果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检查并收窄“全部处置均已认证”等过满表述，同时修正三种子读出次数及旧估计器描述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基于同一研究，完成两种期刊定向稿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7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022"/>
                <a:gridCol w="4573828"/>
                <a:gridCol w="4573828"/>
              </a:tblGrid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比较项目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IJCIP 定向稿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JISA 定向稿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切入点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电力基础设施的信息披露保护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背景信息下的推断泄露审计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结果组织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先物理机制、再真实数据与应用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先风险与评分、再估计与验证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讨论重点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共发布条件、复核和计算可行性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风险语义、精度与召回、成本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现有产物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paper/codex/IJCIP/V1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paper/codex/JISA/V1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说明文字"/>
          <p:cNvSpPr txBox="1"/>
          <p:nvPr/>
        </p:nvSpPr>
        <p:spPr>
          <a:xfrm>
            <a:off x="594360" y="523036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两份稿件采用相同实验，调整的是问题切入、证据顺序和讨论重点；均已形成完整初稿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这一步为选择投稿方向提供可比较的稿件，目前尚未投稿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本次完成的工作与材料状态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126–127：完成统一计时、读出加速和外部方法比较；设计理由及对照结果已进入论文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论文：完成通用稿和 IJCIP／JISA 两份定向稿，保留原始实验到图表的来源关系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现有材料：PDF、LaTeX 源码、Highlights 及投稿源码压缩包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投稿前待补：真实单位与联系方式、基金／利益冲突／贡献说明、最终公开链接；期刊专属字数与匿名要求还需核对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对应：126、127、paper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外部对比与投稿准备</dc:title>
  <dc:subject>组会进展汇报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